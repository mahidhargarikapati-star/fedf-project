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86" r:id="rId3"/>
    <p:sldId id="278" r:id="rId4"/>
    <p:sldId id="257" r:id="rId5"/>
    <p:sldId id="328" r:id="rId6"/>
    <p:sldId id="321" r:id="rId7"/>
    <p:sldId id="326" r:id="rId8"/>
    <p:sldId id="322" r:id="rId9"/>
    <p:sldId id="329" r:id="rId10"/>
    <p:sldId id="332" r:id="rId11"/>
    <p:sldId id="324" r:id="rId12"/>
    <p:sldId id="333" r:id="rId13"/>
    <p:sldId id="277" r:id="rId14"/>
    <p:sldId id="320" r:id="rId15"/>
    <p:sldId id="331" r:id="rId16"/>
    <p:sldId id="340" r:id="rId17"/>
    <p:sldId id="341" r:id="rId18"/>
    <p:sldId id="342" r:id="rId19"/>
    <p:sldId id="327" r:id="rId2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5" d="100"/>
          <a:sy n="75" d="100"/>
        </p:scale>
        <p:origin x="1594" y="10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1153054"/>
            <a:ext cx="8100000" cy="594000"/>
          </a:xfrm>
        </p:spPr>
        <p:txBody>
          <a:bodyPr wrap="square" lIns="0" tIns="0" rIns="0" bIns="0">
            <a:normAutofit/>
          </a:bodyPr>
          <a:lstStyle>
            <a:lvl1pPr algn="ctr" fontAlgn="base">
              <a:defRPr sz="2400">
                <a:solidFill>
                  <a:schemeClr val="tx1">
                    <a:lumMod val="85000"/>
                    <a:lumOff val="15000"/>
                  </a:schemeClr>
                </a:solidFill>
                <a:latin typeface="+mj-lt"/>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image" Target="../media/image3.jpeg"/><Relationship Id="rId3" Type="http://schemas.openxmlformats.org/officeDocument/2006/relationships/tags" Target="../tags/tag8.xml"/><Relationship Id="rId22" Type="http://schemas.openxmlformats.org/officeDocument/2006/relationships/slideLayout" Target="../slideLayouts/slideLayout12.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tags" Target="../tags/tag7.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1.png"/><Relationship Id="rId3" Type="http://schemas.openxmlformats.org/officeDocument/2006/relationships/tags" Target="../tags/tag28.xml"/><Relationship Id="rId26" Type="http://schemas.openxmlformats.org/officeDocument/2006/relationships/slideLayout" Target="../slideLayouts/slideLayout12.xml"/><Relationship Id="rId25" Type="http://schemas.openxmlformats.org/officeDocument/2006/relationships/tags" Target="../tags/tag49.xml"/><Relationship Id="rId24" Type="http://schemas.openxmlformats.org/officeDocument/2006/relationships/tags" Target="../tags/tag48.xml"/><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7.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Prescription Management System</a:t>
            </a: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2600" b="1" dirty="0">
                <a:solidFill>
                  <a:srgbClr val="00B0F0"/>
                </a:solidFill>
                <a:latin typeface="Times New Roman" panose="02020603050405020304" pitchFamily="18" charset="0"/>
                <a:cs typeface="Times New Roman" panose="02020603050405020304" pitchFamily="18" charset="0"/>
              </a:rPr>
              <a:t>By</a:t>
            </a: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 G.S.S Gyanadeep                      roll : 2520080008</a:t>
            </a: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Garikapati Mahidhar                        roll : 2520090138</a:t>
            </a:r>
            <a:endParaRPr lang="en-US" sz="3300" dirty="0">
              <a:solidFill>
                <a:srgbClr val="0D0D0D"/>
              </a:solidFill>
              <a:latin typeface="Times New Roman" panose="02020603050405020304" pitchFamily="18" charset="0"/>
              <a:cs typeface="Times New Roman" panose="02020603050405020304" pitchFamily="18" charset="0"/>
            </a:endParaRPr>
          </a:p>
          <a:p>
            <a:pPr>
              <a:lnSpc>
                <a:spcPct val="80000"/>
              </a:lnSpc>
              <a:defRPr/>
            </a:pPr>
            <a:endParaRPr lang="en-US" sz="3600" b="1" dirty="0">
              <a:solidFill>
                <a:srgbClr val="00B0F0"/>
              </a:solidFill>
              <a:latin typeface="Times New Roman" panose="02020603050405020304" pitchFamily="18" charset="0"/>
              <a:cs typeface="Times New Roman" panose="02020603050405020304" pitchFamily="18" charset="0"/>
            </a:endParaRPr>
          </a:p>
          <a:p>
            <a:pPr>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34</a:t>
            </a:r>
            <a:endParaRPr lang="en-US" sz="3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endParaRPr lang="en-GB" sz="3300" b="1" i="1" dirty="0">
              <a:solidFill>
                <a:srgbClr val="FF0000"/>
              </a:solidFill>
              <a:effectLst/>
              <a:latin typeface="Times New Roman" panose="02020603050405020304" pitchFamily="18" charset="0"/>
              <a:ea typeface="Times New Roman" panose="02020603050405020304" pitchFamily="18" charset="0"/>
            </a:endParaRPr>
          </a:p>
          <a:p>
            <a:pPr marR="0" algn="ctr" eaLnBrk="1" hangingPunct="1">
              <a:lnSpc>
                <a:spcPct val="80000"/>
              </a:lnSpc>
              <a:defRPr/>
            </a:pPr>
            <a:endParaRPr lang="en-US" sz="24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Dr. Niramala Jyothi</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Associate Professor </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4400" b="1" dirty="0">
              <a:solidFill>
                <a:srgbClr val="0070C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49155" y="5257800"/>
            <a:ext cx="9144000" cy="1374140"/>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a:t>
            </a:r>
            <a:r>
              <a:rPr lang="en-US" alt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7013824981</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custDataLst>
              <p:tags r:id="rId1"/>
            </p:custDataLst>
          </p:nvPr>
        </p:nvSpPr>
        <p:spPr>
          <a:xfrm>
            <a:off x="457200" y="1417639"/>
            <a:ext cx="8229600" cy="4708526"/>
          </a:xfrm>
        </p:spPr>
        <p:txBody>
          <a:bodyPr>
            <a:noAutofit/>
          </a:bodyPr>
          <a:lstStyle/>
          <a:p>
            <a:pPr marL="0" lvl="0" indent="0">
              <a:buNone/>
            </a:pPr>
            <a:r>
              <a:rPr lang="en-US" altLang="en-US" sz="1500" b="1"/>
              <a:t>The Prescription Management System offers a range of benefits to healthcare stakeholders. Doctors can easily generate digital prescriptions, reducing the risk of illegible handwriting and prescription errors. Patients can access their complete medication history, empowering them to better manage their healthcare. Pharmacies can efficiently receive and process prescriptions, streamlining the dispensing process and minimizing delays. The system's secure data storage and access controls ensure the confidentiality and integrity of patient information. By automating the prescription lifecycle, the Prescription Management System enhances efficiency, improves patient outcomes, and supports the broader transition towards a digitalized healthcare ecosystem.</a:t>
            </a:r>
            <a:endParaRPr lang="en-US" altLang="en-US" sz="1500" b="1"/>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0000" lnSpcReduction="20000"/>
          </a:bodyPr>
          <a:lstStyle/>
          <a:p>
            <a:r>
              <a:rPr lang="en-US" altLang="en-US"/>
              <a:t>Healthcare systems worldwide are rapidly adopting digital technologies to improve the quality, accuracy, and accessibility of medical services. One of the most important aspects of healthcare is prescription management, which involves creating, storing, updating, and accessing patient prescriptions. Traditional paper-based prescription systems are often associated with challenges such as illegible handwriting, medication errors, loss of records, prescription fraud, and inefficient communication between healthcare providers and pharmacies.</a:t>
            </a:r>
            <a:endParaRPr lang="en-US" altLang="en-US"/>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r>
              <a:rPr lang="en-US" altLang="en-US"/>
              <a:t>The Prescription Management System is a web-based application developed to address these challenges by providing a secure and efficient platform for managing prescriptions electronically. The system enables doctors to generate digital prescriptions, patients to access their medication records, and pharmacies to receive and process prescriptions in a streamlined manner. By digitizing the prescription lifecycle, the system improves accuracy, enhances patient safety, and reduces administrative workload.</a:t>
            </a:r>
            <a:endParaRPr lang="en-US" altLang="en-US"/>
          </a:p>
        </p:txBody>
      </p:sp>
      <p:sp>
        <p:nvSpPr>
          <p:cNvPr id="4" name="Text Box 3"/>
          <p:cNvSpPr txBox="1"/>
          <p:nvPr/>
        </p:nvSpPr>
        <p:spPr>
          <a:xfrm>
            <a:off x="2032000" y="2152333"/>
            <a:ext cx="5080000" cy="337185"/>
          </a:xfrm>
          <a:prstGeom prst="rect">
            <a:avLst/>
          </a:prstGeom>
        </p:spPr>
        <p:txBody>
          <a:bodyPr>
            <a:spAutoFit/>
          </a:bodyPr>
          <a:p>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70000"/>
          </a:bodyPr>
          <a:lstStyle/>
          <a:p>
            <a:r>
              <a:rPr lang="en-US" altLang="en-US"/>
              <a:t>Apollo Hospital in Visakhapatnam serves thousands of patients every day across various medical specialties. Managing a large volume of prescriptions manually can lead to medication errors caused by illegible handwriting, incorrect dosage interpretation, and delays in communication between doctors and pharmacies. Additionally, tracking patient medication adherence and maintaining prescription records efficiently can be challenging. These issues may affect patient safety, treatment effectiveness, and overall healthcare efficiency. Therefore, there is a need for a secure and centralized Prescription Management System that digitizes prescription handling, improves coordination among doctors, patients, and pharmacies, reduces medication errors, and enhances the quality of healthcare services.</a:t>
            </a:r>
            <a:endParaRPr lang="en-US" altLang="en-US"/>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r>
              <a:rPr lang="en-US" altLang="en-US" dirty="0"/>
              <a:t>                </a:t>
            </a:r>
            <a:endParaRPr lang="en-US" alt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4" name="Picture 3"/>
          <p:cNvPicPr>
            <a:picLocks noChangeAspect="1"/>
          </p:cNvPicPr>
          <p:nvPr/>
        </p:nvPicPr>
        <p:blipFill>
          <a:blip r:embed="rId2"/>
          <a:stretch>
            <a:fillRect/>
          </a:stretch>
        </p:blipFill>
        <p:spPr>
          <a:xfrm>
            <a:off x="582930" y="1162050"/>
            <a:ext cx="8103870" cy="54032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295401"/>
            <a:ext cx="8229600" cy="4830764"/>
          </a:xfrm>
        </p:spPr>
        <p:txBody>
          <a:bodyPr>
            <a:normAutofit/>
          </a:bodyPr>
          <a:lstStyle/>
          <a:p>
            <a:pPr marL="1828800" lvl="4" indent="0">
              <a:buNone/>
            </a:pPr>
            <a:r>
              <a:rPr lang="en-US" altLang="en-US" dirty="0"/>
              <a:t>Objective 1: To Digitize Prescription Management</a:t>
            </a:r>
            <a:endParaRPr lang="en-US" altLang="en-US" dirty="0"/>
          </a:p>
          <a:p>
            <a:pPr marL="1828800" lvl="4" indent="0">
              <a:buNone/>
            </a:pPr>
            <a:endParaRPr lang="en-US" altLang="en-US" dirty="0"/>
          </a:p>
          <a:p>
            <a:pPr marL="1828800" lvl="4" indent="0">
              <a:buNone/>
            </a:pPr>
            <a:r>
              <a:rPr lang="en-US" altLang="en-US" dirty="0"/>
              <a:t>Justification: Traditional paper-based prescriptions are difficult to store, retrieve, and manage. Digitizing prescriptions improves accessibility, reduces paperwork, and ensures efficient record management.</a:t>
            </a:r>
            <a:endParaRPr lang="en-US" altLang="en-US" dirty="0"/>
          </a:p>
          <a:p>
            <a:pPr marL="1828800" lvl="4" indent="0">
              <a:buNone/>
            </a:pPr>
            <a:endParaRPr lang="en-US" altLang="en-US" dirty="0"/>
          </a:p>
          <a:p>
            <a:pPr marL="1828800" lvl="4" indent="0">
              <a:buNone/>
            </a:pPr>
            <a:r>
              <a:rPr lang="en-US" altLang="en-US" dirty="0"/>
              <a:t>Objective 2: To Reduce Medication Errors</a:t>
            </a:r>
            <a:endParaRPr lang="en-US" altLang="en-US" dirty="0"/>
          </a:p>
          <a:p>
            <a:pPr marL="1828800" lvl="4" indent="0">
              <a:buNone/>
            </a:pPr>
            <a:endParaRPr lang="en-US" altLang="en-US" dirty="0"/>
          </a:p>
          <a:p>
            <a:pPr marL="1828800" lvl="4" indent="0">
              <a:buNone/>
            </a:pPr>
            <a:r>
              <a:rPr lang="en-US" altLang="en-US" dirty="0"/>
              <a:t>Justification: Digital prescriptions and dosage validation help prevent errors caused by illegible handwriting, incorrect dosage instructions, and manual data entry mistakes </a:t>
            </a:r>
            <a:endParaRPr lang="en-US"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US" altLang="en-US"/>
              <a:t>Objective 3: To Maintain Centralized Prescription Records</a:t>
            </a:r>
            <a:endParaRPr lang="en-US" altLang="en-US"/>
          </a:p>
          <a:p>
            <a:endParaRPr lang="en-US" altLang="en-US"/>
          </a:p>
          <a:p>
            <a:r>
              <a:rPr lang="en-US" altLang="en-US"/>
              <a:t>Justification: A centralized database allows healthcare providers and patients to access prescription history quickly, improving treatment continuity and decision-making.</a:t>
            </a:r>
            <a:endParaRPr lang="en-US" altLang="en-US"/>
          </a:p>
          <a:p>
            <a:endParaRPr lang="en-US" altLang="en-US"/>
          </a:p>
          <a:p>
            <a:r>
              <a:rPr lang="en-US" altLang="en-US"/>
              <a:t>Objective 4: To Improve Communication Between Doctors, Patients, and Pharmacies</a:t>
            </a:r>
            <a:endParaRPr lang="en-US" altLang="en-US"/>
          </a:p>
          <a:p>
            <a:endParaRPr lang="en-US" altLang="en-US"/>
          </a:p>
          <a:p>
            <a:r>
              <a:rPr lang="en-US" altLang="en-US"/>
              <a:t>Justification: The system enables seamless sharing of prescription information, reducing delays and misunderstandings in medication management.</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wrap="square">
            <a:normAutofit/>
          </a:bodyPr>
          <a:lstStyle/>
          <a:p>
            <a:r>
              <a:rPr lang="en-US" spc="0"/>
              <a:t>Your title here</a:t>
            </a:r>
            <a:endParaRPr lang="en-US" spc="0"/>
          </a:p>
        </p:txBody>
      </p:sp>
      <p:sp>
        <p:nvSpPr>
          <p:cNvPr id="3" name="对角圆角矩形 2"/>
          <p:cNvSpPr/>
          <p:nvPr>
            <p:custDataLst>
              <p:tags r:id="rId2"/>
            </p:custDataLst>
          </p:nvPr>
        </p:nvSpPr>
        <p:spPr>
          <a:xfrm>
            <a:off x="521970" y="1880381"/>
            <a:ext cx="2336483" cy="3313226"/>
          </a:xfrm>
          <a:prstGeom prst="round2DiagRect">
            <a:avLst>
              <a:gd name="adj1" fmla="val 17346"/>
              <a:gd name="adj2" fmla="val 0"/>
            </a:avLst>
          </a:prstGeom>
          <a:solidFill>
            <a:schemeClr val="accent1">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pic>
        <p:nvPicPr>
          <p:cNvPr id="29" name="图片 28"/>
          <p:cNvPicPr>
            <a:picLocks noChangeAspect="1"/>
          </p:cNvPicPr>
          <p:nvPr>
            <p:custDataLst>
              <p:tags r:id="rId3"/>
            </p:custDataLst>
          </p:nvPr>
        </p:nvPicPr>
        <p:blipFill>
          <a:blip r:embed="rId4"/>
          <a:srcRect l="23508" r="23508"/>
          <a:stretch>
            <a:fillRect/>
          </a:stretch>
        </p:blipFill>
        <p:spPr>
          <a:xfrm>
            <a:off x="707231" y="2031134"/>
            <a:ext cx="2354104" cy="3332248"/>
          </a:xfrm>
          <a:prstGeom prst="round2DiagRect">
            <a:avLst>
              <a:gd name="adj1" fmla="val 15840"/>
              <a:gd name="adj2" fmla="val 0"/>
            </a:avLst>
          </a:prstGeom>
          <a:ln w="9525" cap="flat" cmpd="sng" algn="ctr">
            <a:solidFill>
              <a:schemeClr val="tx1">
                <a:lumMod val="100000"/>
                <a:alpha val="20000"/>
              </a:schemeClr>
            </a:solidFill>
            <a:prstDash val="solid"/>
            <a:round/>
            <a:headEnd type="none" w="med" len="med"/>
            <a:tailEnd type="none" w="med" len="med"/>
          </a:ln>
          <a:effectLst>
            <a:outerShdw blurRad="152400" dist="38100" dir="2700000" algn="tl" rotWithShape="0">
              <a:schemeClr val="tx1">
                <a:alpha val="20000"/>
              </a:schemeClr>
            </a:outerShdw>
          </a:effectLst>
        </p:spPr>
      </p:pic>
      <p:sp>
        <p:nvSpPr>
          <p:cNvPr id="2" name="圆角矩形 21"/>
          <p:cNvSpPr/>
          <p:nvPr>
            <p:custDataLst>
              <p:tags r:id="rId5"/>
            </p:custDataLst>
          </p:nvPr>
        </p:nvSpPr>
        <p:spPr>
          <a:xfrm>
            <a:off x="3600000" y="2770747"/>
            <a:ext cx="5022450" cy="810073"/>
          </a:xfrm>
          <a:prstGeom prst="roundRect">
            <a:avLst>
              <a:gd name="adj" fmla="val 15021"/>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defRPr>
            </a:lvl1pPr>
            <a:lvl2pPr marL="457200" algn="l" defTabSz="914400" rtl="0" eaLnBrk="1" latinLnBrk="0" hangingPunct="1">
              <a:defRPr sz="1800" kern="1200">
                <a:solidFill>
                  <a:schemeClr val="lt1"/>
                </a:solidFill>
                <a:latin typeface="+mn-lt"/>
              </a:defRPr>
            </a:lvl2pPr>
            <a:lvl3pPr marL="914400" algn="l" defTabSz="914400" rtl="0" eaLnBrk="1" latinLnBrk="0" hangingPunct="1">
              <a:defRPr sz="1800" kern="1200">
                <a:solidFill>
                  <a:schemeClr val="lt1"/>
                </a:solidFill>
                <a:latin typeface="+mn-lt"/>
              </a:defRPr>
            </a:lvl3pPr>
            <a:lvl4pPr marL="1371600" algn="l" defTabSz="914400" rtl="0" eaLnBrk="1" latinLnBrk="0" hangingPunct="1">
              <a:defRPr sz="1800" kern="1200">
                <a:solidFill>
                  <a:schemeClr val="lt1"/>
                </a:solidFill>
                <a:latin typeface="+mn-lt"/>
              </a:defRPr>
            </a:lvl4pPr>
            <a:lvl5pPr marL="1828800" algn="l" defTabSz="914400" rtl="0" eaLnBrk="1" latinLnBrk="0" hangingPunct="1">
              <a:defRPr sz="1800" kern="1200">
                <a:solidFill>
                  <a:schemeClr val="lt1"/>
                </a:solidFill>
                <a:latin typeface="+mn-lt"/>
              </a:defRPr>
            </a:lvl5pPr>
            <a:lvl6pPr marL="2286000" algn="l" defTabSz="914400" rtl="0" eaLnBrk="1" latinLnBrk="0" hangingPunct="1">
              <a:defRPr sz="1800" kern="1200">
                <a:solidFill>
                  <a:schemeClr val="lt1"/>
                </a:solidFill>
                <a:latin typeface="+mn-lt"/>
              </a:defRPr>
            </a:lvl6pPr>
            <a:lvl7pPr marL="2743200" algn="l" defTabSz="914400" rtl="0" eaLnBrk="1" latinLnBrk="0" hangingPunct="1">
              <a:defRPr sz="1800" kern="1200">
                <a:solidFill>
                  <a:schemeClr val="lt1"/>
                </a:solidFill>
                <a:latin typeface="+mn-lt"/>
              </a:defRPr>
            </a:lvl7pPr>
            <a:lvl8pPr marL="3200400" algn="l" defTabSz="914400" rtl="0" eaLnBrk="1" latinLnBrk="0" hangingPunct="1">
              <a:defRPr sz="1800" kern="1200">
                <a:solidFill>
                  <a:schemeClr val="lt1"/>
                </a:solidFill>
                <a:latin typeface="+mn-lt"/>
              </a:defRPr>
            </a:lvl8pPr>
            <a:lvl9pPr marL="3657600" algn="l" defTabSz="914400" rtl="0" eaLnBrk="1" latinLnBrk="0" hangingPunct="1">
              <a:defRPr sz="1800" kern="1200">
                <a:solidFill>
                  <a:schemeClr val="lt1"/>
                </a:solidFill>
                <a:latin typeface="+mn-lt"/>
              </a:defRPr>
            </a:lvl9pPr>
          </a:lstStyle>
          <a:p>
            <a:pPr algn="ctr"/>
            <a:endParaRPr lang="en-US" sz="1050">
              <a:latin typeface="+mj-ea"/>
            </a:endParaRPr>
          </a:p>
        </p:txBody>
      </p:sp>
      <p:sp>
        <p:nvSpPr>
          <p:cNvPr id="4" name="椭圆 3"/>
          <p:cNvSpPr/>
          <p:nvPr>
            <p:custDataLst>
              <p:tags r:id="rId6"/>
            </p:custDataLst>
          </p:nvPr>
        </p:nvSpPr>
        <p:spPr>
          <a:xfrm>
            <a:off x="3303270" y="2906014"/>
            <a:ext cx="540049" cy="540049"/>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sz="1500" b="1" dirty="0">
                <a:solidFill>
                  <a:schemeClr val="lt1">
                    <a:lumMod val="100000"/>
                  </a:schemeClr>
                </a:solidFill>
                <a:latin typeface="+mn-lt"/>
                <a:sym typeface="+mn-lt"/>
              </a:rPr>
              <a:t>02</a:t>
            </a:r>
            <a:endParaRPr lang="en-US" sz="1500" b="1" dirty="0">
              <a:solidFill>
                <a:schemeClr val="lt1">
                  <a:lumMod val="100000"/>
                </a:schemeClr>
              </a:solidFill>
              <a:latin typeface="+mn-ea"/>
              <a:sym typeface="+mn-ea"/>
            </a:endParaRPr>
          </a:p>
        </p:txBody>
      </p:sp>
      <p:sp>
        <p:nvSpPr>
          <p:cNvPr id="5" name="矩形 4"/>
          <p:cNvSpPr/>
          <p:nvPr>
            <p:custDataLst>
              <p:tags r:id="rId7"/>
            </p:custDataLst>
          </p:nvPr>
        </p:nvSpPr>
        <p:spPr>
          <a:xfrm>
            <a:off x="4088201" y="3086053"/>
            <a:ext cx="4296789" cy="472882"/>
          </a:xfrm>
          <a:prstGeom prst="rect">
            <a:avLst/>
          </a:prstGeom>
          <a:noFill/>
        </p:spPr>
        <p:txBody>
          <a:bodyPr wrap="square" lIns="0" tIns="0" rIns="0" bIns="0" rtlCol="0" anchor="t" anchorCtr="0">
            <a:normAutofit fontScale="90000"/>
          </a:bodyPr>
          <a:lstStyle/>
          <a:p>
            <a:pPr>
              <a:lnSpc>
                <a:spcPct val="150000"/>
              </a:lnSpc>
              <a:spcBef>
                <a:spcPct val="0"/>
              </a:spcBef>
              <a:spcAft>
                <a:spcPct val="0"/>
              </a:spcAft>
            </a:pPr>
            <a:r>
              <a:rPr lang="en-US" sz="900" dirty="0">
                <a:solidFill>
                  <a:schemeClr val="tx1">
                    <a:lumMod val="85000"/>
                    <a:lumOff val="15000"/>
                  </a:schemeClr>
                </a:solidFill>
                <a:latin typeface="+mn-lt"/>
                <a:sym typeface="+mn-ea"/>
              </a:rPr>
              <a:t>Justification: A centralized database allows healthcare providers and patients to access prescription history quickly, improving treatment continuity and decision-making.</a:t>
            </a:r>
            <a:endParaRPr lang="en-US" sz="900" dirty="0">
              <a:solidFill>
                <a:schemeClr val="tx1">
                  <a:lumMod val="85000"/>
                  <a:lumOff val="15000"/>
                </a:schemeClr>
              </a:solidFill>
              <a:latin typeface="+mn-lt"/>
              <a:sym typeface="+mn-ea"/>
            </a:endParaRPr>
          </a:p>
        </p:txBody>
      </p:sp>
      <p:sp>
        <p:nvSpPr>
          <p:cNvPr id="7" name="矩形 6"/>
          <p:cNvSpPr/>
          <p:nvPr>
            <p:custDataLst>
              <p:tags r:id="rId8"/>
            </p:custDataLst>
          </p:nvPr>
        </p:nvSpPr>
        <p:spPr>
          <a:xfrm>
            <a:off x="4088201" y="2791703"/>
            <a:ext cx="4296788" cy="278758"/>
          </a:xfrm>
          <a:prstGeom prst="rect">
            <a:avLst/>
          </a:prstGeom>
          <a:noFill/>
        </p:spPr>
        <p:txBody>
          <a:bodyPr wrap="square" lIns="0" tIns="0" rIns="0" bIns="0" rtlCol="0" anchor="b">
            <a:normAutofit/>
          </a:bodyPr>
          <a:lstStyle/>
          <a:p>
            <a:pPr>
              <a:spcBef>
                <a:spcPct val="0"/>
              </a:spcBef>
              <a:spcAft>
                <a:spcPct val="0"/>
              </a:spcAft>
            </a:pPr>
            <a:r>
              <a:rPr lang="en-US" sz="1200" b="1" dirty="0">
                <a:solidFill>
                  <a:schemeClr val="tx1">
                    <a:lumMod val="100000"/>
                  </a:schemeClr>
                </a:solidFill>
                <a:latin typeface="+mj-lt"/>
                <a:sym typeface="+mn-ea"/>
              </a:rPr>
              <a:t>Title</a:t>
            </a:r>
            <a:endParaRPr lang="en-US" sz="1200" b="1" dirty="0">
              <a:solidFill>
                <a:schemeClr val="tx1">
                  <a:lumMod val="100000"/>
                </a:schemeClr>
              </a:solidFill>
              <a:latin typeface="+mj-lt"/>
              <a:sym typeface="+mn-ea"/>
            </a:endParaRPr>
          </a:p>
        </p:txBody>
      </p:sp>
      <p:sp>
        <p:nvSpPr>
          <p:cNvPr id="51" name="圆角矩形 21"/>
          <p:cNvSpPr/>
          <p:nvPr>
            <p:custDataLst>
              <p:tags r:id="rId9"/>
            </p:custDataLst>
          </p:nvPr>
        </p:nvSpPr>
        <p:spPr>
          <a:xfrm>
            <a:off x="3600000" y="1880080"/>
            <a:ext cx="5022450" cy="810073"/>
          </a:xfrm>
          <a:prstGeom prst="roundRect">
            <a:avLst>
              <a:gd name="adj" fmla="val 15021"/>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defRPr>
            </a:lvl1pPr>
            <a:lvl2pPr marL="457200" algn="l" defTabSz="914400" rtl="0" eaLnBrk="1" latinLnBrk="0" hangingPunct="1">
              <a:defRPr sz="1800" kern="1200">
                <a:solidFill>
                  <a:schemeClr val="lt1"/>
                </a:solidFill>
                <a:latin typeface="+mn-lt"/>
              </a:defRPr>
            </a:lvl2pPr>
            <a:lvl3pPr marL="914400" algn="l" defTabSz="914400" rtl="0" eaLnBrk="1" latinLnBrk="0" hangingPunct="1">
              <a:defRPr sz="1800" kern="1200">
                <a:solidFill>
                  <a:schemeClr val="lt1"/>
                </a:solidFill>
                <a:latin typeface="+mn-lt"/>
              </a:defRPr>
            </a:lvl3pPr>
            <a:lvl4pPr marL="1371600" algn="l" defTabSz="914400" rtl="0" eaLnBrk="1" latinLnBrk="0" hangingPunct="1">
              <a:defRPr sz="1800" kern="1200">
                <a:solidFill>
                  <a:schemeClr val="lt1"/>
                </a:solidFill>
                <a:latin typeface="+mn-lt"/>
              </a:defRPr>
            </a:lvl4pPr>
            <a:lvl5pPr marL="1828800" algn="l" defTabSz="914400" rtl="0" eaLnBrk="1" latinLnBrk="0" hangingPunct="1">
              <a:defRPr sz="1800" kern="1200">
                <a:solidFill>
                  <a:schemeClr val="lt1"/>
                </a:solidFill>
                <a:latin typeface="+mn-lt"/>
              </a:defRPr>
            </a:lvl5pPr>
            <a:lvl6pPr marL="2286000" algn="l" defTabSz="914400" rtl="0" eaLnBrk="1" latinLnBrk="0" hangingPunct="1">
              <a:defRPr sz="1800" kern="1200">
                <a:solidFill>
                  <a:schemeClr val="lt1"/>
                </a:solidFill>
                <a:latin typeface="+mn-lt"/>
              </a:defRPr>
            </a:lvl6pPr>
            <a:lvl7pPr marL="2743200" algn="l" defTabSz="914400" rtl="0" eaLnBrk="1" latinLnBrk="0" hangingPunct="1">
              <a:defRPr sz="1800" kern="1200">
                <a:solidFill>
                  <a:schemeClr val="lt1"/>
                </a:solidFill>
                <a:latin typeface="+mn-lt"/>
              </a:defRPr>
            </a:lvl7pPr>
            <a:lvl8pPr marL="3200400" algn="l" defTabSz="914400" rtl="0" eaLnBrk="1" latinLnBrk="0" hangingPunct="1">
              <a:defRPr sz="1800" kern="1200">
                <a:solidFill>
                  <a:schemeClr val="lt1"/>
                </a:solidFill>
                <a:latin typeface="+mn-lt"/>
              </a:defRPr>
            </a:lvl8pPr>
            <a:lvl9pPr marL="3657600" algn="l" defTabSz="914400" rtl="0" eaLnBrk="1" latinLnBrk="0" hangingPunct="1">
              <a:defRPr sz="1800" kern="1200">
                <a:solidFill>
                  <a:schemeClr val="lt1"/>
                </a:solidFill>
                <a:latin typeface="+mn-lt"/>
              </a:defRPr>
            </a:lvl9pPr>
          </a:lstStyle>
          <a:p>
            <a:pPr algn="ctr"/>
            <a:endParaRPr lang="en-US" sz="1050">
              <a:latin typeface="+mj-ea"/>
            </a:endParaRPr>
          </a:p>
        </p:txBody>
      </p:sp>
      <p:sp>
        <p:nvSpPr>
          <p:cNvPr id="8" name="椭圆 7"/>
          <p:cNvSpPr/>
          <p:nvPr>
            <p:custDataLst>
              <p:tags r:id="rId10"/>
            </p:custDataLst>
          </p:nvPr>
        </p:nvSpPr>
        <p:spPr>
          <a:xfrm>
            <a:off x="3303270" y="2014871"/>
            <a:ext cx="540049" cy="540049"/>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sz="1500" b="1" dirty="0">
                <a:solidFill>
                  <a:schemeClr val="lt1">
                    <a:lumMod val="100000"/>
                  </a:schemeClr>
                </a:solidFill>
                <a:latin typeface="+mn-lt"/>
                <a:sym typeface="+mn-lt"/>
              </a:rPr>
              <a:t>01</a:t>
            </a:r>
            <a:endParaRPr lang="en-US" sz="1500" b="1" dirty="0">
              <a:solidFill>
                <a:schemeClr val="lt1">
                  <a:lumMod val="100000"/>
                </a:schemeClr>
              </a:solidFill>
              <a:latin typeface="+mn-ea"/>
              <a:sym typeface="+mn-ea"/>
            </a:endParaRPr>
          </a:p>
        </p:txBody>
      </p:sp>
      <p:sp>
        <p:nvSpPr>
          <p:cNvPr id="9" name="矩形 8"/>
          <p:cNvSpPr/>
          <p:nvPr>
            <p:custDataLst>
              <p:tags r:id="rId11"/>
            </p:custDataLst>
          </p:nvPr>
        </p:nvSpPr>
        <p:spPr>
          <a:xfrm>
            <a:off x="4088201" y="2194909"/>
            <a:ext cx="4296789" cy="472882"/>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825" dirty="0">
                <a:solidFill>
                  <a:schemeClr val="tx1">
                    <a:lumMod val="85000"/>
                    <a:lumOff val="15000"/>
                  </a:schemeClr>
                </a:solidFill>
                <a:latin typeface="+mn-lt"/>
                <a:sym typeface="+mn-ea"/>
              </a:rPr>
              <a:t>Presentations are communication tools that can be used as demonstrations, lectures, speeches, reports, and more.</a:t>
            </a:r>
            <a:endParaRPr lang="en-US" sz="825" dirty="0">
              <a:solidFill>
                <a:schemeClr val="tx1">
                  <a:lumMod val="85000"/>
                  <a:lumOff val="15000"/>
                </a:schemeClr>
              </a:solidFill>
              <a:latin typeface="+mn-lt"/>
              <a:sym typeface="+mn-ea"/>
            </a:endParaRPr>
          </a:p>
        </p:txBody>
      </p:sp>
      <p:sp>
        <p:nvSpPr>
          <p:cNvPr id="10" name="矩形 9"/>
          <p:cNvSpPr/>
          <p:nvPr>
            <p:custDataLst>
              <p:tags r:id="rId12"/>
            </p:custDataLst>
          </p:nvPr>
        </p:nvSpPr>
        <p:spPr>
          <a:xfrm>
            <a:off x="4088201" y="1901036"/>
            <a:ext cx="4296788" cy="278758"/>
          </a:xfrm>
          <a:prstGeom prst="rect">
            <a:avLst/>
          </a:prstGeom>
          <a:noFill/>
        </p:spPr>
        <p:txBody>
          <a:bodyPr wrap="square" lIns="0" tIns="0" rIns="0" bIns="0" rtlCol="0" anchor="b">
            <a:normAutofit fontScale="90000"/>
          </a:bodyPr>
          <a:lstStyle/>
          <a:p>
            <a:pPr>
              <a:spcBef>
                <a:spcPct val="0"/>
              </a:spcBef>
              <a:spcAft>
                <a:spcPct val="0"/>
              </a:spcAft>
            </a:pPr>
            <a:r>
              <a:rPr lang="en-US" sz="1350" b="1" dirty="0">
                <a:solidFill>
                  <a:schemeClr val="tx1">
                    <a:lumMod val="100000"/>
                  </a:schemeClr>
                </a:solidFill>
                <a:latin typeface="+mj-lt"/>
                <a:sym typeface="+mn-ea"/>
              </a:rPr>
              <a:t>Objective 3: To Maintain Centralized Prescription Records</a:t>
            </a:r>
            <a:endParaRPr lang="en-US" sz="1350" b="1" dirty="0">
              <a:solidFill>
                <a:schemeClr val="tx1">
                  <a:lumMod val="100000"/>
                </a:schemeClr>
              </a:solidFill>
              <a:latin typeface="+mj-lt"/>
              <a:sym typeface="+mn-ea"/>
            </a:endParaRPr>
          </a:p>
        </p:txBody>
      </p:sp>
      <p:sp>
        <p:nvSpPr>
          <p:cNvPr id="56" name="圆角矩形 21"/>
          <p:cNvSpPr/>
          <p:nvPr>
            <p:custDataLst>
              <p:tags r:id="rId13"/>
            </p:custDataLst>
          </p:nvPr>
        </p:nvSpPr>
        <p:spPr>
          <a:xfrm>
            <a:off x="3600000" y="4553034"/>
            <a:ext cx="5022450" cy="810073"/>
          </a:xfrm>
          <a:prstGeom prst="roundRect">
            <a:avLst>
              <a:gd name="adj" fmla="val 15021"/>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defRPr>
            </a:lvl1pPr>
            <a:lvl2pPr marL="457200" algn="l" defTabSz="914400" rtl="0" eaLnBrk="1" latinLnBrk="0" hangingPunct="1">
              <a:defRPr sz="1800" kern="1200">
                <a:solidFill>
                  <a:schemeClr val="lt1"/>
                </a:solidFill>
                <a:latin typeface="+mn-lt"/>
              </a:defRPr>
            </a:lvl2pPr>
            <a:lvl3pPr marL="914400" algn="l" defTabSz="914400" rtl="0" eaLnBrk="1" latinLnBrk="0" hangingPunct="1">
              <a:defRPr sz="1800" kern="1200">
                <a:solidFill>
                  <a:schemeClr val="lt1"/>
                </a:solidFill>
                <a:latin typeface="+mn-lt"/>
              </a:defRPr>
            </a:lvl3pPr>
            <a:lvl4pPr marL="1371600" algn="l" defTabSz="914400" rtl="0" eaLnBrk="1" latinLnBrk="0" hangingPunct="1">
              <a:defRPr sz="1800" kern="1200">
                <a:solidFill>
                  <a:schemeClr val="lt1"/>
                </a:solidFill>
                <a:latin typeface="+mn-lt"/>
              </a:defRPr>
            </a:lvl4pPr>
            <a:lvl5pPr marL="1828800" algn="l" defTabSz="914400" rtl="0" eaLnBrk="1" latinLnBrk="0" hangingPunct="1">
              <a:defRPr sz="1800" kern="1200">
                <a:solidFill>
                  <a:schemeClr val="lt1"/>
                </a:solidFill>
                <a:latin typeface="+mn-lt"/>
              </a:defRPr>
            </a:lvl5pPr>
            <a:lvl6pPr marL="2286000" algn="l" defTabSz="914400" rtl="0" eaLnBrk="1" latinLnBrk="0" hangingPunct="1">
              <a:defRPr sz="1800" kern="1200">
                <a:solidFill>
                  <a:schemeClr val="lt1"/>
                </a:solidFill>
                <a:latin typeface="+mn-lt"/>
              </a:defRPr>
            </a:lvl6pPr>
            <a:lvl7pPr marL="2743200" algn="l" defTabSz="914400" rtl="0" eaLnBrk="1" latinLnBrk="0" hangingPunct="1">
              <a:defRPr sz="1800" kern="1200">
                <a:solidFill>
                  <a:schemeClr val="lt1"/>
                </a:solidFill>
                <a:latin typeface="+mn-lt"/>
              </a:defRPr>
            </a:lvl7pPr>
            <a:lvl8pPr marL="3200400" algn="l" defTabSz="914400" rtl="0" eaLnBrk="1" latinLnBrk="0" hangingPunct="1">
              <a:defRPr sz="1800" kern="1200">
                <a:solidFill>
                  <a:schemeClr val="lt1"/>
                </a:solidFill>
                <a:latin typeface="+mn-lt"/>
              </a:defRPr>
            </a:lvl8pPr>
            <a:lvl9pPr marL="3657600" algn="l" defTabSz="914400" rtl="0" eaLnBrk="1" latinLnBrk="0" hangingPunct="1">
              <a:defRPr sz="1800" kern="1200">
                <a:solidFill>
                  <a:schemeClr val="lt1"/>
                </a:solidFill>
                <a:latin typeface="+mn-lt"/>
              </a:defRPr>
            </a:lvl9pPr>
          </a:lstStyle>
          <a:p>
            <a:pPr algn="ctr"/>
            <a:endParaRPr lang="en-US" sz="1050">
              <a:latin typeface="+mj-ea"/>
            </a:endParaRPr>
          </a:p>
        </p:txBody>
      </p:sp>
      <p:sp>
        <p:nvSpPr>
          <p:cNvPr id="13" name="椭圆 12"/>
          <p:cNvSpPr/>
          <p:nvPr>
            <p:custDataLst>
              <p:tags r:id="rId14"/>
            </p:custDataLst>
          </p:nvPr>
        </p:nvSpPr>
        <p:spPr>
          <a:xfrm>
            <a:off x="3303270" y="4687825"/>
            <a:ext cx="540049" cy="540049"/>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sz="1500" b="1">
                <a:solidFill>
                  <a:schemeClr val="lt1">
                    <a:lumMod val="100000"/>
                  </a:schemeClr>
                </a:solidFill>
                <a:latin typeface="+mn-lt"/>
                <a:sym typeface="+mn-lt"/>
              </a:rPr>
              <a:t>04</a:t>
            </a:r>
            <a:endParaRPr lang="en-US" sz="1500" b="1">
              <a:solidFill>
                <a:schemeClr val="lt1">
                  <a:lumMod val="100000"/>
                </a:schemeClr>
              </a:solidFill>
              <a:latin typeface="+mn-ea"/>
              <a:sym typeface="+mn-ea"/>
            </a:endParaRPr>
          </a:p>
        </p:txBody>
      </p:sp>
      <p:sp>
        <p:nvSpPr>
          <p:cNvPr id="14" name="矩形 13"/>
          <p:cNvSpPr/>
          <p:nvPr>
            <p:custDataLst>
              <p:tags r:id="rId15"/>
            </p:custDataLst>
          </p:nvPr>
        </p:nvSpPr>
        <p:spPr>
          <a:xfrm>
            <a:off x="4088201" y="4867863"/>
            <a:ext cx="4296789" cy="472882"/>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825">
                <a:solidFill>
                  <a:schemeClr val="tx1">
                    <a:lumMod val="85000"/>
                    <a:lumOff val="15000"/>
                  </a:schemeClr>
                </a:solidFill>
                <a:latin typeface="+mn-lt"/>
                <a:sym typeface="+mn-ea"/>
              </a:rPr>
              <a:t>Justification: The system enables seamless sharing of prescription information, reducing delays and misunderstandings in medication management.</a:t>
            </a:r>
            <a:endParaRPr lang="en-US" sz="825">
              <a:solidFill>
                <a:schemeClr val="tx1">
                  <a:lumMod val="85000"/>
                  <a:lumOff val="15000"/>
                </a:schemeClr>
              </a:solidFill>
              <a:latin typeface="+mn-lt"/>
              <a:sym typeface="+mn-ea"/>
            </a:endParaRPr>
          </a:p>
        </p:txBody>
      </p:sp>
      <p:sp>
        <p:nvSpPr>
          <p:cNvPr id="15" name="矩形 14"/>
          <p:cNvSpPr/>
          <p:nvPr>
            <p:custDataLst>
              <p:tags r:id="rId16"/>
            </p:custDataLst>
          </p:nvPr>
        </p:nvSpPr>
        <p:spPr>
          <a:xfrm>
            <a:off x="4088201" y="4573991"/>
            <a:ext cx="4296788" cy="278758"/>
          </a:xfrm>
          <a:prstGeom prst="rect">
            <a:avLst/>
          </a:prstGeom>
          <a:noFill/>
        </p:spPr>
        <p:txBody>
          <a:bodyPr wrap="square" lIns="0" tIns="0" rIns="0" bIns="0" rtlCol="0" anchor="b">
            <a:normAutofit/>
          </a:bodyPr>
          <a:lstStyle/>
          <a:p>
            <a:pPr>
              <a:spcBef>
                <a:spcPct val="0"/>
              </a:spcBef>
              <a:spcAft>
                <a:spcPct val="0"/>
              </a:spcAft>
            </a:pPr>
            <a:r>
              <a:rPr lang="en-US" sz="1200" b="1" dirty="0">
                <a:solidFill>
                  <a:schemeClr val="tx1">
                    <a:lumMod val="100000"/>
                  </a:schemeClr>
                </a:solidFill>
                <a:latin typeface="+mj-lt"/>
                <a:sym typeface="+mn-ea"/>
              </a:rPr>
              <a:t>Title</a:t>
            </a:r>
            <a:endParaRPr lang="en-US" sz="1200" b="1" dirty="0">
              <a:solidFill>
                <a:schemeClr val="tx1">
                  <a:lumMod val="100000"/>
                </a:schemeClr>
              </a:solidFill>
              <a:latin typeface="+mj-lt"/>
              <a:sym typeface="+mn-ea"/>
            </a:endParaRPr>
          </a:p>
        </p:txBody>
      </p:sp>
      <p:sp>
        <p:nvSpPr>
          <p:cNvPr id="61" name="圆角矩形 21"/>
          <p:cNvSpPr/>
          <p:nvPr>
            <p:custDataLst>
              <p:tags r:id="rId17"/>
            </p:custDataLst>
          </p:nvPr>
        </p:nvSpPr>
        <p:spPr>
          <a:xfrm>
            <a:off x="3600000" y="3661890"/>
            <a:ext cx="5022450" cy="810073"/>
          </a:xfrm>
          <a:prstGeom prst="roundRect">
            <a:avLst>
              <a:gd name="adj" fmla="val 15021"/>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defRPr>
            </a:lvl1pPr>
            <a:lvl2pPr marL="457200" algn="l" defTabSz="914400" rtl="0" eaLnBrk="1" latinLnBrk="0" hangingPunct="1">
              <a:defRPr sz="1800" kern="1200">
                <a:solidFill>
                  <a:schemeClr val="lt1"/>
                </a:solidFill>
                <a:latin typeface="+mn-lt"/>
              </a:defRPr>
            </a:lvl2pPr>
            <a:lvl3pPr marL="914400" algn="l" defTabSz="914400" rtl="0" eaLnBrk="1" latinLnBrk="0" hangingPunct="1">
              <a:defRPr sz="1800" kern="1200">
                <a:solidFill>
                  <a:schemeClr val="lt1"/>
                </a:solidFill>
                <a:latin typeface="+mn-lt"/>
              </a:defRPr>
            </a:lvl3pPr>
            <a:lvl4pPr marL="1371600" algn="l" defTabSz="914400" rtl="0" eaLnBrk="1" latinLnBrk="0" hangingPunct="1">
              <a:defRPr sz="1800" kern="1200">
                <a:solidFill>
                  <a:schemeClr val="lt1"/>
                </a:solidFill>
                <a:latin typeface="+mn-lt"/>
              </a:defRPr>
            </a:lvl4pPr>
            <a:lvl5pPr marL="1828800" algn="l" defTabSz="914400" rtl="0" eaLnBrk="1" latinLnBrk="0" hangingPunct="1">
              <a:defRPr sz="1800" kern="1200">
                <a:solidFill>
                  <a:schemeClr val="lt1"/>
                </a:solidFill>
                <a:latin typeface="+mn-lt"/>
              </a:defRPr>
            </a:lvl5pPr>
            <a:lvl6pPr marL="2286000" algn="l" defTabSz="914400" rtl="0" eaLnBrk="1" latinLnBrk="0" hangingPunct="1">
              <a:defRPr sz="1800" kern="1200">
                <a:solidFill>
                  <a:schemeClr val="lt1"/>
                </a:solidFill>
                <a:latin typeface="+mn-lt"/>
              </a:defRPr>
            </a:lvl6pPr>
            <a:lvl7pPr marL="2743200" algn="l" defTabSz="914400" rtl="0" eaLnBrk="1" latinLnBrk="0" hangingPunct="1">
              <a:defRPr sz="1800" kern="1200">
                <a:solidFill>
                  <a:schemeClr val="lt1"/>
                </a:solidFill>
                <a:latin typeface="+mn-lt"/>
              </a:defRPr>
            </a:lvl7pPr>
            <a:lvl8pPr marL="3200400" algn="l" defTabSz="914400" rtl="0" eaLnBrk="1" latinLnBrk="0" hangingPunct="1">
              <a:defRPr sz="1800" kern="1200">
                <a:solidFill>
                  <a:schemeClr val="lt1"/>
                </a:solidFill>
                <a:latin typeface="+mn-lt"/>
              </a:defRPr>
            </a:lvl8pPr>
            <a:lvl9pPr marL="3657600" algn="l" defTabSz="914400" rtl="0" eaLnBrk="1" latinLnBrk="0" hangingPunct="1">
              <a:defRPr sz="1800" kern="1200">
                <a:solidFill>
                  <a:schemeClr val="lt1"/>
                </a:solidFill>
                <a:latin typeface="+mn-lt"/>
              </a:defRPr>
            </a:lvl9pPr>
          </a:lstStyle>
          <a:p>
            <a:pPr algn="ctr"/>
            <a:endParaRPr lang="en-US" sz="1050">
              <a:latin typeface="+mj-ea"/>
            </a:endParaRPr>
          </a:p>
        </p:txBody>
      </p:sp>
      <p:sp>
        <p:nvSpPr>
          <p:cNvPr id="26" name="椭圆 25"/>
          <p:cNvSpPr/>
          <p:nvPr>
            <p:custDataLst>
              <p:tags r:id="rId18"/>
            </p:custDataLst>
          </p:nvPr>
        </p:nvSpPr>
        <p:spPr>
          <a:xfrm>
            <a:off x="3303270" y="3796681"/>
            <a:ext cx="540049" cy="540049"/>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sz="1500" b="1">
                <a:solidFill>
                  <a:schemeClr val="lt1">
                    <a:lumMod val="100000"/>
                  </a:schemeClr>
                </a:solidFill>
                <a:latin typeface="+mn-lt"/>
                <a:sym typeface="+mn-lt"/>
              </a:rPr>
              <a:t>03</a:t>
            </a:r>
            <a:endParaRPr lang="en-US" sz="1500" b="1">
              <a:solidFill>
                <a:schemeClr val="lt1">
                  <a:lumMod val="100000"/>
                </a:schemeClr>
              </a:solidFill>
              <a:latin typeface="+mn-ea"/>
              <a:sym typeface="+mn-ea"/>
            </a:endParaRPr>
          </a:p>
        </p:txBody>
      </p:sp>
      <p:sp>
        <p:nvSpPr>
          <p:cNvPr id="27" name="矩形 26"/>
          <p:cNvSpPr/>
          <p:nvPr>
            <p:custDataLst>
              <p:tags r:id="rId19"/>
            </p:custDataLst>
          </p:nvPr>
        </p:nvSpPr>
        <p:spPr>
          <a:xfrm>
            <a:off x="4088201" y="3977196"/>
            <a:ext cx="4296789" cy="472882"/>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825">
                <a:solidFill>
                  <a:schemeClr val="tx1">
                    <a:lumMod val="85000"/>
                    <a:lumOff val="15000"/>
                  </a:schemeClr>
                </a:solidFill>
                <a:latin typeface="+mn-lt"/>
                <a:sym typeface="+mn-ea"/>
              </a:rPr>
              <a:t>Objective 4: To Improve Communication Between Doctors, Patients, and Pharmacies</a:t>
            </a:r>
            <a:endParaRPr lang="en-US" sz="825">
              <a:solidFill>
                <a:schemeClr val="tx1">
                  <a:lumMod val="85000"/>
                  <a:lumOff val="15000"/>
                </a:schemeClr>
              </a:solidFill>
              <a:latin typeface="+mn-lt"/>
              <a:sym typeface="+mn-ea"/>
            </a:endParaRPr>
          </a:p>
        </p:txBody>
      </p:sp>
      <p:sp>
        <p:nvSpPr>
          <p:cNvPr id="28" name="矩形 27"/>
          <p:cNvSpPr/>
          <p:nvPr>
            <p:custDataLst>
              <p:tags r:id="rId20"/>
            </p:custDataLst>
          </p:nvPr>
        </p:nvSpPr>
        <p:spPr>
          <a:xfrm>
            <a:off x="4088201" y="3682847"/>
            <a:ext cx="4296788" cy="278758"/>
          </a:xfrm>
          <a:prstGeom prst="rect">
            <a:avLst/>
          </a:prstGeom>
          <a:noFill/>
        </p:spPr>
        <p:txBody>
          <a:bodyPr wrap="square" lIns="0" tIns="0" rIns="0" bIns="0" rtlCol="0" anchor="b">
            <a:normAutofit/>
          </a:bodyPr>
          <a:lstStyle/>
          <a:p>
            <a:pPr>
              <a:spcBef>
                <a:spcPct val="0"/>
              </a:spcBef>
              <a:spcAft>
                <a:spcPct val="0"/>
              </a:spcAft>
            </a:pPr>
            <a:r>
              <a:rPr lang="en-US" sz="1200" b="1" dirty="0">
                <a:solidFill>
                  <a:schemeClr val="tx1">
                    <a:lumMod val="100000"/>
                  </a:schemeClr>
                </a:solidFill>
                <a:latin typeface="+mj-lt"/>
                <a:sym typeface="+mn-ea"/>
              </a:rPr>
              <a:t>Title</a:t>
            </a:r>
            <a:endParaRPr lang="en-US" sz="1200" b="1" dirty="0">
              <a:solidFill>
                <a:schemeClr val="tx1">
                  <a:lumMod val="100000"/>
                </a:schemeClr>
              </a:solidFill>
              <a:latin typeface="+mj-lt"/>
              <a:sym typeface="+mn-ea"/>
            </a:endParaRPr>
          </a:p>
        </p:txBody>
      </p:sp>
    </p:spTree>
    <p:custDataLst>
      <p:tags r:id="rId2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457200" y="1143001"/>
            <a:ext cx="8229600" cy="4983164"/>
          </a:xfrm>
        </p:spPr>
        <p:txBody>
          <a:bodyPr>
            <a:normAutofit fontScale="50000"/>
          </a:bodyPr>
          <a:lstStyle/>
          <a:p>
            <a:r>
              <a:rPr lang="en-US" altLang="en-US" dirty="0"/>
              <a:t>Expected Outcomes</a:t>
            </a:r>
            <a:endParaRPr lang="en-US" altLang="en-US" dirty="0"/>
          </a:p>
          <a:p>
            <a:r>
              <a:rPr lang="en-US" altLang="en-US" dirty="0"/>
              <a:t>Digital Prescription Management</a:t>
            </a:r>
            <a:endParaRPr lang="en-US" altLang="en-US" dirty="0"/>
          </a:p>
          <a:p>
            <a:r>
              <a:rPr lang="en-US" altLang="en-US" dirty="0"/>
              <a:t>The system enables doctors to create, store, and manage prescriptions electronically, reducing dependency on paper-based records.</a:t>
            </a:r>
            <a:endParaRPr lang="en-US" altLang="en-US" dirty="0"/>
          </a:p>
          <a:p>
            <a:r>
              <a:rPr lang="en-US" altLang="en-US" dirty="0"/>
              <a:t>Reduced Medication Errors</a:t>
            </a:r>
            <a:endParaRPr lang="en-US" altLang="en-US" dirty="0"/>
          </a:p>
          <a:p>
            <a:r>
              <a:rPr lang="en-US" altLang="en-US" dirty="0"/>
              <a:t>Dosage validation and digital prescription generation help minimize prescription mistakes and improve patient safety.</a:t>
            </a:r>
            <a:endParaRPr lang="en-US" altLang="en-US" dirty="0"/>
          </a:p>
          <a:p>
            <a:r>
              <a:rPr lang="en-US" altLang="en-US" dirty="0"/>
              <a:t>Improved Prescription Accessibility</a:t>
            </a:r>
            <a:endParaRPr lang="en-US" altLang="en-US" dirty="0"/>
          </a:p>
          <a:p>
            <a:r>
              <a:rPr lang="en-US" altLang="en-US" dirty="0"/>
              <a:t>Patients, doctors, and authorized pharmacies can access prescription information quickly and securely.</a:t>
            </a:r>
            <a:endParaRPr lang="en-US" altLang="en-US" dirty="0"/>
          </a:p>
          <a:p>
            <a:r>
              <a:rPr lang="en-US" altLang="en-US" dirty="0"/>
              <a:t>Efficient Refill Management</a:t>
            </a:r>
            <a:endParaRPr lang="en-US" altLang="en-US" dirty="0"/>
          </a:p>
          <a:p>
            <a:r>
              <a:rPr lang="en-US" altLang="en-US" dirty="0"/>
              <a:t>Patients can submit refill requests online, reducing manual processes and improving convenience.</a:t>
            </a:r>
            <a:endParaRPr lang="en-US" altLang="en-US" dirty="0"/>
          </a:p>
          <a:p>
            <a:r>
              <a:rPr lang="en-US" altLang="en-US" dirty="0"/>
              <a:t>Enhanced Pharmacy Coordination</a:t>
            </a:r>
            <a:endParaRPr lang="en-US" altLang="en-US" dirty="0"/>
          </a:p>
          <a:p>
            <a:r>
              <a:rPr lang="en-US" altLang="en-US" dirty="0"/>
              <a:t>Prescriptions can be assigned and shared with pharmacies efficiently, improving medication delivery and service quality.</a:t>
            </a:r>
            <a:endParaRPr lang="en-US"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custDataLst>
              <p:tags r:id="rId1"/>
            </p:custDataLst>
          </p:nvPr>
        </p:nvSpPr>
        <p:spPr>
          <a:xfrm>
            <a:off x="0" y="1346065"/>
            <a:ext cx="5077838" cy="20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6" name="标题 5"/>
          <p:cNvSpPr>
            <a:spLocks noGrp="1"/>
          </p:cNvSpPr>
          <p:nvPr>
            <p:ph type="title"/>
            <p:custDataLst>
              <p:tags r:id="rId2"/>
            </p:custDataLst>
          </p:nvPr>
        </p:nvSpPr>
        <p:spPr>
          <a:xfrm>
            <a:off x="356896" y="1439282"/>
            <a:ext cx="4585107" cy="1885435"/>
          </a:xfrm>
        </p:spPr>
        <p:txBody>
          <a:bodyPr wrap="square" anchor="ctr" anchorCtr="0">
            <a:normAutofit/>
          </a:bodyPr>
          <a:lstStyle/>
          <a:p>
            <a:pPr algn="l">
              <a:lnSpc>
                <a:spcPct val="120000"/>
              </a:lnSpc>
            </a:pPr>
            <a:r>
              <a:rPr lang="en-US" sz="3300" spc="0" dirty="0">
                <a:solidFill>
                  <a:srgbClr val="FFFFFF"/>
                </a:solidFill>
                <a:latin typeface="+mj-lt"/>
              </a:rPr>
              <a:t>Expected Outcomes of the Proposed Work</a:t>
            </a:r>
            <a:endParaRPr lang="en-US" sz="3300" spc="0" dirty="0">
              <a:solidFill>
                <a:srgbClr val="FFFFFF"/>
              </a:solidFill>
              <a:latin typeface="+mj-lt"/>
            </a:endParaRPr>
          </a:p>
        </p:txBody>
      </p:sp>
      <p:pic>
        <p:nvPicPr>
          <p:cNvPr id="28" name="图片 27"/>
          <p:cNvPicPr>
            <a:picLocks noChangeAspect="1"/>
          </p:cNvPicPr>
          <p:nvPr>
            <p:custDataLst>
              <p:tags r:id="rId3"/>
            </p:custDataLst>
          </p:nvPr>
        </p:nvPicPr>
        <p:blipFill>
          <a:blip r:embed="rId4"/>
          <a:srcRect t="1992" r="794" b="10158"/>
          <a:stretch>
            <a:fillRect/>
          </a:stretch>
        </p:blipFill>
        <p:spPr>
          <a:xfrm>
            <a:off x="5077838" y="1346065"/>
            <a:ext cx="3321000" cy="2052000"/>
          </a:xfrm>
          <a:custGeom>
            <a:avLst/>
            <a:gdLst>
              <a:gd name="connsiteX0" fmla="*/ 0 w 4428000"/>
              <a:gd name="connsiteY0" fmla="*/ 0 h 2736000"/>
              <a:gd name="connsiteX1" fmla="*/ 4428000 w 4428000"/>
              <a:gd name="connsiteY1" fmla="*/ 0 h 2736000"/>
              <a:gd name="connsiteX2" fmla="*/ 4428000 w 4428000"/>
              <a:gd name="connsiteY2" fmla="*/ 2736000 h 2736000"/>
              <a:gd name="connsiteX3" fmla="*/ 0 w 4428000"/>
              <a:gd name="connsiteY3" fmla="*/ 2736000 h 2736000"/>
            </a:gdLst>
            <a:ahLst/>
            <a:cxnLst>
              <a:cxn ang="0">
                <a:pos x="connsiteX0" y="connsiteY0"/>
              </a:cxn>
              <a:cxn ang="0">
                <a:pos x="connsiteX1" y="connsiteY1"/>
              </a:cxn>
              <a:cxn ang="0">
                <a:pos x="connsiteX2" y="connsiteY2"/>
              </a:cxn>
              <a:cxn ang="0">
                <a:pos x="connsiteX3" y="connsiteY3"/>
              </a:cxn>
            </a:cxnLst>
            <a:rect l="l" t="t" r="r" b="b"/>
            <a:pathLst>
              <a:path w="4428000" h="2736000">
                <a:moveTo>
                  <a:pt x="0" y="0"/>
                </a:moveTo>
                <a:lnTo>
                  <a:pt x="4428000" y="0"/>
                </a:lnTo>
                <a:lnTo>
                  <a:pt x="4428000" y="2736000"/>
                </a:lnTo>
                <a:lnTo>
                  <a:pt x="0" y="2736000"/>
                </a:lnTo>
                <a:close/>
              </a:path>
            </a:pathLst>
          </a:custGeom>
          <a:ln w="9525" cap="flat" cmpd="sng" algn="ctr">
            <a:solidFill>
              <a:schemeClr val="accent1">
                <a:alpha val="50000"/>
              </a:schemeClr>
            </a:solidFill>
            <a:prstDash val="solid"/>
            <a:round/>
            <a:headEnd type="none" w="med" len="med"/>
            <a:tailEnd type="none" w="med" len="med"/>
          </a:ln>
        </p:spPr>
      </p:pic>
      <p:sp>
        <p:nvSpPr>
          <p:cNvPr id="2" name="圆角矩形 1"/>
          <p:cNvSpPr/>
          <p:nvPr>
            <p:custDataLst>
              <p:tags r:id="rId5"/>
            </p:custDataLst>
          </p:nvPr>
        </p:nvSpPr>
        <p:spPr>
          <a:xfrm>
            <a:off x="502682" y="3732609"/>
            <a:ext cx="307181" cy="307181"/>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rgbClr val="FFFFFF"/>
                </a:solidFill>
                <a:latin typeface="+mn-lt"/>
              </a:defRPr>
            </a:lvl1pPr>
            <a:lvl2pPr marL="457200" algn="l" defTabSz="914400" rtl="0" eaLnBrk="1" latinLnBrk="0" hangingPunct="1">
              <a:defRPr sz="1800" kern="1200">
                <a:solidFill>
                  <a:srgbClr val="FFFFFF"/>
                </a:solidFill>
                <a:latin typeface="+mn-lt"/>
              </a:defRPr>
            </a:lvl2pPr>
            <a:lvl3pPr marL="914400" algn="l" defTabSz="914400" rtl="0" eaLnBrk="1" latinLnBrk="0" hangingPunct="1">
              <a:defRPr sz="1800" kern="1200">
                <a:solidFill>
                  <a:srgbClr val="FFFFFF"/>
                </a:solidFill>
                <a:latin typeface="+mn-lt"/>
              </a:defRPr>
            </a:lvl3pPr>
            <a:lvl4pPr marL="1371600" algn="l" defTabSz="914400" rtl="0" eaLnBrk="1" latinLnBrk="0" hangingPunct="1">
              <a:defRPr sz="1800" kern="1200">
                <a:solidFill>
                  <a:srgbClr val="FFFFFF"/>
                </a:solidFill>
                <a:latin typeface="+mn-lt"/>
              </a:defRPr>
            </a:lvl4pPr>
            <a:lvl5pPr marL="1828800" algn="l" defTabSz="914400" rtl="0" eaLnBrk="1" latinLnBrk="0" hangingPunct="1">
              <a:defRPr sz="1800" kern="1200">
                <a:solidFill>
                  <a:srgbClr val="FFFFFF"/>
                </a:solidFill>
                <a:latin typeface="+mn-lt"/>
              </a:defRPr>
            </a:lvl5pPr>
            <a:lvl6pPr marL="2286000" algn="l" defTabSz="914400" rtl="0" eaLnBrk="1" latinLnBrk="0" hangingPunct="1">
              <a:defRPr sz="1800" kern="1200">
                <a:solidFill>
                  <a:srgbClr val="FFFFFF"/>
                </a:solidFill>
                <a:latin typeface="+mn-lt"/>
              </a:defRPr>
            </a:lvl6pPr>
            <a:lvl7pPr marL="2743200" algn="l" defTabSz="914400" rtl="0" eaLnBrk="1" latinLnBrk="0" hangingPunct="1">
              <a:defRPr sz="1800" kern="1200">
                <a:solidFill>
                  <a:srgbClr val="FFFFFF"/>
                </a:solidFill>
                <a:latin typeface="+mn-lt"/>
              </a:defRPr>
            </a:lvl7pPr>
            <a:lvl8pPr marL="3200400" algn="l" defTabSz="914400" rtl="0" eaLnBrk="1" latinLnBrk="0" hangingPunct="1">
              <a:defRPr sz="1800" kern="1200">
                <a:solidFill>
                  <a:srgbClr val="FFFFFF"/>
                </a:solidFill>
                <a:latin typeface="+mn-lt"/>
              </a:defRPr>
            </a:lvl8pPr>
            <a:lvl9pPr marL="3657600" algn="l" defTabSz="914400" rtl="0" eaLnBrk="1" latinLnBrk="0" hangingPunct="1">
              <a:defRPr sz="1800" kern="1200">
                <a:solidFill>
                  <a:srgbClr val="FFFFFF"/>
                </a:solidFill>
                <a:latin typeface="+mn-lt"/>
              </a:defRPr>
            </a:lvl9pPr>
          </a:lstStyle>
          <a:p>
            <a:pPr lvl="0" algn="ctr">
              <a:buClrTx/>
              <a:buSzTx/>
              <a:buFontTx/>
            </a:pPr>
            <a:endParaRPr lang="en-US" sz="1350">
              <a:latin typeface="Arial" panose="020B0604020202020204" pitchFamily="34" charset="0"/>
              <a:sym typeface="+mn-lt"/>
            </a:endParaRPr>
          </a:p>
        </p:txBody>
      </p:sp>
      <p:sp>
        <p:nvSpPr>
          <p:cNvPr id="4" name="矩形 3"/>
          <p:cNvSpPr/>
          <p:nvPr>
            <p:custDataLst>
              <p:tags r:id="rId6"/>
            </p:custDataLst>
          </p:nvPr>
        </p:nvSpPr>
        <p:spPr>
          <a:xfrm>
            <a:off x="957501" y="3731180"/>
            <a:ext cx="921068" cy="308134"/>
          </a:xfrm>
          <a:prstGeom prst="rect">
            <a:avLst/>
          </a:prstGeom>
          <a:noFill/>
        </p:spPr>
        <p:txBody>
          <a:bodyPr wrap="square" lIns="0" tIns="0" rIns="0" bIns="0" rtlCol="0" anchor="t" anchorCtr="0">
            <a:normAutofit/>
          </a:bodyPr>
          <a:lstStyle/>
          <a:p>
            <a:pPr>
              <a:spcBef>
                <a:spcPct val="0"/>
              </a:spcBef>
              <a:spcAft>
                <a:spcPct val="0"/>
              </a:spcAft>
            </a:pPr>
            <a:r>
              <a:rPr lang="en-US" sz="1350" b="1">
                <a:solidFill>
                  <a:schemeClr val="tx1"/>
                </a:solidFill>
                <a:latin typeface="+mj-lt"/>
              </a:rPr>
              <a:t>Title</a:t>
            </a:r>
            <a:endParaRPr lang="en-US" sz="1350" b="1">
              <a:solidFill>
                <a:schemeClr val="tx1"/>
              </a:solidFill>
              <a:latin typeface="+mj-lt"/>
            </a:endParaRPr>
          </a:p>
        </p:txBody>
      </p:sp>
      <p:sp>
        <p:nvSpPr>
          <p:cNvPr id="9" name="矩形 8"/>
          <p:cNvSpPr/>
          <p:nvPr>
            <p:custDataLst>
              <p:tags r:id="rId7"/>
            </p:custDataLst>
          </p:nvPr>
        </p:nvSpPr>
        <p:spPr>
          <a:xfrm>
            <a:off x="503635" y="4077414"/>
            <a:ext cx="1374458" cy="1378268"/>
          </a:xfrm>
          <a:prstGeom prst="rect">
            <a:avLst/>
          </a:prstGeom>
          <a:ln>
            <a:noFill/>
            <a:prstDash val="sysDash"/>
          </a:ln>
        </p:spPr>
        <p:txBody>
          <a:bodyPr vert="horz" wrap="square" lIns="0" tIns="0" rIns="0" bIns="0" rtlCol="0">
            <a:normAutofit/>
          </a:bodyPr>
          <a:lstStyle/>
          <a:p>
            <a:pPr>
              <a:lnSpc>
                <a:spcPct val="150000"/>
              </a:lnSpc>
              <a:spcBef>
                <a:spcPct val="0"/>
              </a:spcBef>
              <a:spcAft>
                <a:spcPct val="0"/>
              </a:spcAft>
            </a:pPr>
            <a:r>
              <a:rPr lang="en-US" sz="975" dirty="0">
                <a:ln>
                  <a:noFill/>
                  <a:prstDash val="sysDot"/>
                </a:ln>
                <a:solidFill>
                  <a:schemeClr val="tx1">
                    <a:lumMod val="85000"/>
                    <a:lumOff val="15000"/>
                  </a:schemeClr>
                </a:solidFill>
                <a:latin typeface="+mn-lt"/>
              </a:rPr>
              <a:t>Expected Outcomes</a:t>
            </a:r>
            <a:endParaRPr lang="en-US" sz="975" dirty="0">
              <a:ln>
                <a:noFill/>
                <a:prstDash val="sysDot"/>
              </a:ln>
              <a:solidFill>
                <a:schemeClr val="tx1">
                  <a:lumMod val="85000"/>
                  <a:lumOff val="15000"/>
                </a:schemeClr>
              </a:solidFill>
              <a:latin typeface="+mn-lt"/>
            </a:endParaRPr>
          </a:p>
        </p:txBody>
      </p:sp>
      <p:sp>
        <p:nvSpPr>
          <p:cNvPr id="5" name="圆角矩形 4"/>
          <p:cNvSpPr/>
          <p:nvPr>
            <p:custDataLst>
              <p:tags r:id="rId8"/>
            </p:custDataLst>
          </p:nvPr>
        </p:nvSpPr>
        <p:spPr>
          <a:xfrm>
            <a:off x="2186702" y="3732609"/>
            <a:ext cx="307181" cy="307181"/>
          </a:xfrm>
          <a:prstGeom prst="roundRect">
            <a:avLst>
              <a:gd name="adj" fmla="val 8781"/>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rgbClr val="FFFFFF"/>
                </a:solidFill>
                <a:latin typeface="+mn-lt"/>
              </a:defRPr>
            </a:lvl1pPr>
            <a:lvl2pPr marL="457200" algn="l" defTabSz="914400" rtl="0" eaLnBrk="1" latinLnBrk="0" hangingPunct="1">
              <a:defRPr sz="1800" kern="1200">
                <a:solidFill>
                  <a:srgbClr val="FFFFFF"/>
                </a:solidFill>
                <a:latin typeface="+mn-lt"/>
              </a:defRPr>
            </a:lvl2pPr>
            <a:lvl3pPr marL="914400" algn="l" defTabSz="914400" rtl="0" eaLnBrk="1" latinLnBrk="0" hangingPunct="1">
              <a:defRPr sz="1800" kern="1200">
                <a:solidFill>
                  <a:srgbClr val="FFFFFF"/>
                </a:solidFill>
                <a:latin typeface="+mn-lt"/>
              </a:defRPr>
            </a:lvl3pPr>
            <a:lvl4pPr marL="1371600" algn="l" defTabSz="914400" rtl="0" eaLnBrk="1" latinLnBrk="0" hangingPunct="1">
              <a:defRPr sz="1800" kern="1200">
                <a:solidFill>
                  <a:srgbClr val="FFFFFF"/>
                </a:solidFill>
                <a:latin typeface="+mn-lt"/>
              </a:defRPr>
            </a:lvl4pPr>
            <a:lvl5pPr marL="1828800" algn="l" defTabSz="914400" rtl="0" eaLnBrk="1" latinLnBrk="0" hangingPunct="1">
              <a:defRPr sz="1800" kern="1200">
                <a:solidFill>
                  <a:srgbClr val="FFFFFF"/>
                </a:solidFill>
                <a:latin typeface="+mn-lt"/>
              </a:defRPr>
            </a:lvl5pPr>
            <a:lvl6pPr marL="2286000" algn="l" defTabSz="914400" rtl="0" eaLnBrk="1" latinLnBrk="0" hangingPunct="1">
              <a:defRPr sz="1800" kern="1200">
                <a:solidFill>
                  <a:srgbClr val="FFFFFF"/>
                </a:solidFill>
                <a:latin typeface="+mn-lt"/>
              </a:defRPr>
            </a:lvl6pPr>
            <a:lvl7pPr marL="2743200" algn="l" defTabSz="914400" rtl="0" eaLnBrk="1" latinLnBrk="0" hangingPunct="1">
              <a:defRPr sz="1800" kern="1200">
                <a:solidFill>
                  <a:srgbClr val="FFFFFF"/>
                </a:solidFill>
                <a:latin typeface="+mn-lt"/>
              </a:defRPr>
            </a:lvl7pPr>
            <a:lvl8pPr marL="3200400" algn="l" defTabSz="914400" rtl="0" eaLnBrk="1" latinLnBrk="0" hangingPunct="1">
              <a:defRPr sz="1800" kern="1200">
                <a:solidFill>
                  <a:srgbClr val="FFFFFF"/>
                </a:solidFill>
                <a:latin typeface="+mn-lt"/>
              </a:defRPr>
            </a:lvl8pPr>
            <a:lvl9pPr marL="3657600" algn="l" defTabSz="914400" rtl="0" eaLnBrk="1" latinLnBrk="0" hangingPunct="1">
              <a:defRPr sz="1800" kern="1200">
                <a:solidFill>
                  <a:srgbClr val="FFFFFF"/>
                </a:solidFill>
                <a:latin typeface="+mn-lt"/>
              </a:defRPr>
            </a:lvl9pPr>
          </a:lstStyle>
          <a:p>
            <a:pPr lvl="0" algn="ctr">
              <a:buClrTx/>
              <a:buSzTx/>
              <a:buFontTx/>
            </a:pPr>
            <a:endParaRPr lang="en-US" sz="1350">
              <a:latin typeface="Arial" panose="020B0604020202020204" pitchFamily="34" charset="0"/>
              <a:sym typeface="+mn-lt"/>
            </a:endParaRPr>
          </a:p>
        </p:txBody>
      </p:sp>
      <p:sp>
        <p:nvSpPr>
          <p:cNvPr id="11" name="矩形 10"/>
          <p:cNvSpPr/>
          <p:nvPr>
            <p:custDataLst>
              <p:tags r:id="rId9"/>
            </p:custDataLst>
          </p:nvPr>
        </p:nvSpPr>
        <p:spPr>
          <a:xfrm>
            <a:off x="2651522" y="3727370"/>
            <a:ext cx="902970" cy="308134"/>
          </a:xfrm>
          <a:prstGeom prst="rect">
            <a:avLst/>
          </a:prstGeom>
          <a:noFill/>
        </p:spPr>
        <p:txBody>
          <a:bodyPr wrap="square" lIns="0" tIns="0" rIns="0" bIns="0" rtlCol="0" anchor="t" anchorCtr="0">
            <a:normAutofit/>
          </a:bodyPr>
          <a:lstStyle/>
          <a:p>
            <a:pPr>
              <a:spcBef>
                <a:spcPct val="0"/>
              </a:spcBef>
              <a:spcAft>
                <a:spcPct val="0"/>
              </a:spcAft>
            </a:pPr>
            <a:r>
              <a:rPr lang="en-US" sz="1350" b="1">
                <a:solidFill>
                  <a:schemeClr val="tx1"/>
                </a:solidFill>
                <a:latin typeface="+mj-lt"/>
              </a:rPr>
              <a:t>Title</a:t>
            </a:r>
            <a:endParaRPr lang="en-US" sz="1350" b="1">
              <a:solidFill>
                <a:schemeClr val="tx1"/>
              </a:solidFill>
              <a:latin typeface="+mj-lt"/>
            </a:endParaRPr>
          </a:p>
        </p:txBody>
      </p:sp>
      <p:sp>
        <p:nvSpPr>
          <p:cNvPr id="17" name="矩形 16"/>
          <p:cNvSpPr/>
          <p:nvPr>
            <p:custDataLst>
              <p:tags r:id="rId10"/>
            </p:custDataLst>
          </p:nvPr>
        </p:nvSpPr>
        <p:spPr>
          <a:xfrm>
            <a:off x="2185750" y="4076462"/>
            <a:ext cx="1357789" cy="1380173"/>
          </a:xfrm>
          <a:prstGeom prst="rect">
            <a:avLst/>
          </a:prstGeom>
          <a:ln>
            <a:noFill/>
            <a:prstDash val="sysDash"/>
          </a:ln>
        </p:spPr>
        <p:txBody>
          <a:bodyPr vert="horz" wrap="square" lIns="0" tIns="0" rIns="0" bIns="0" rtlCol="0">
            <a:normAutofit/>
          </a:bodyPr>
          <a:lstStyle/>
          <a:p>
            <a:pPr>
              <a:lnSpc>
                <a:spcPct val="150000"/>
              </a:lnSpc>
              <a:spcBef>
                <a:spcPct val="0"/>
              </a:spcBef>
              <a:spcAft>
                <a:spcPct val="0"/>
              </a:spcAft>
            </a:pPr>
            <a:r>
              <a:rPr lang="en-US" sz="975">
                <a:ln>
                  <a:noFill/>
                  <a:prstDash val="sysDot"/>
                </a:ln>
                <a:solidFill>
                  <a:schemeClr val="tx1">
                    <a:lumMod val="85000"/>
                    <a:lumOff val="15000"/>
                  </a:schemeClr>
                </a:solidFill>
                <a:latin typeface="+mn-lt"/>
              </a:rPr>
              <a:t>Digital Prescription Management</a:t>
            </a:r>
            <a:endParaRPr lang="en-US" sz="975">
              <a:ln>
                <a:noFill/>
                <a:prstDash val="sysDot"/>
              </a:ln>
              <a:solidFill>
                <a:schemeClr val="tx1">
                  <a:lumMod val="85000"/>
                  <a:lumOff val="15000"/>
                </a:schemeClr>
              </a:solidFill>
              <a:latin typeface="+mn-lt"/>
            </a:endParaRPr>
          </a:p>
        </p:txBody>
      </p:sp>
      <p:sp>
        <p:nvSpPr>
          <p:cNvPr id="7" name="圆角矩形 6"/>
          <p:cNvSpPr/>
          <p:nvPr>
            <p:custDataLst>
              <p:tags r:id="rId11"/>
            </p:custDataLst>
          </p:nvPr>
        </p:nvSpPr>
        <p:spPr>
          <a:xfrm>
            <a:off x="3861674" y="3732609"/>
            <a:ext cx="307181" cy="307181"/>
          </a:xfrm>
          <a:prstGeom prst="roundRect">
            <a:avLst>
              <a:gd name="adj" fmla="val 7537"/>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rgbClr val="FFFFFF"/>
                </a:solidFill>
                <a:latin typeface="+mn-lt"/>
              </a:defRPr>
            </a:lvl1pPr>
            <a:lvl2pPr marL="457200" algn="l" defTabSz="914400" rtl="0" eaLnBrk="1" latinLnBrk="0" hangingPunct="1">
              <a:defRPr sz="1800" kern="1200">
                <a:solidFill>
                  <a:srgbClr val="FFFFFF"/>
                </a:solidFill>
                <a:latin typeface="+mn-lt"/>
              </a:defRPr>
            </a:lvl2pPr>
            <a:lvl3pPr marL="914400" algn="l" defTabSz="914400" rtl="0" eaLnBrk="1" latinLnBrk="0" hangingPunct="1">
              <a:defRPr sz="1800" kern="1200">
                <a:solidFill>
                  <a:srgbClr val="FFFFFF"/>
                </a:solidFill>
                <a:latin typeface="+mn-lt"/>
              </a:defRPr>
            </a:lvl3pPr>
            <a:lvl4pPr marL="1371600" algn="l" defTabSz="914400" rtl="0" eaLnBrk="1" latinLnBrk="0" hangingPunct="1">
              <a:defRPr sz="1800" kern="1200">
                <a:solidFill>
                  <a:srgbClr val="FFFFFF"/>
                </a:solidFill>
                <a:latin typeface="+mn-lt"/>
              </a:defRPr>
            </a:lvl4pPr>
            <a:lvl5pPr marL="1828800" algn="l" defTabSz="914400" rtl="0" eaLnBrk="1" latinLnBrk="0" hangingPunct="1">
              <a:defRPr sz="1800" kern="1200">
                <a:solidFill>
                  <a:srgbClr val="FFFFFF"/>
                </a:solidFill>
                <a:latin typeface="+mn-lt"/>
              </a:defRPr>
            </a:lvl5pPr>
            <a:lvl6pPr marL="2286000" algn="l" defTabSz="914400" rtl="0" eaLnBrk="1" latinLnBrk="0" hangingPunct="1">
              <a:defRPr sz="1800" kern="1200">
                <a:solidFill>
                  <a:srgbClr val="FFFFFF"/>
                </a:solidFill>
                <a:latin typeface="+mn-lt"/>
              </a:defRPr>
            </a:lvl6pPr>
            <a:lvl7pPr marL="2743200" algn="l" defTabSz="914400" rtl="0" eaLnBrk="1" latinLnBrk="0" hangingPunct="1">
              <a:defRPr sz="1800" kern="1200">
                <a:solidFill>
                  <a:srgbClr val="FFFFFF"/>
                </a:solidFill>
                <a:latin typeface="+mn-lt"/>
              </a:defRPr>
            </a:lvl7pPr>
            <a:lvl8pPr marL="3200400" algn="l" defTabSz="914400" rtl="0" eaLnBrk="1" latinLnBrk="0" hangingPunct="1">
              <a:defRPr sz="1800" kern="1200">
                <a:solidFill>
                  <a:srgbClr val="FFFFFF"/>
                </a:solidFill>
                <a:latin typeface="+mn-lt"/>
              </a:defRPr>
            </a:lvl8pPr>
            <a:lvl9pPr marL="3657600" algn="l" defTabSz="914400" rtl="0" eaLnBrk="1" latinLnBrk="0" hangingPunct="1">
              <a:defRPr sz="1800" kern="1200">
                <a:solidFill>
                  <a:srgbClr val="FFFFFF"/>
                </a:solidFill>
                <a:latin typeface="+mn-lt"/>
              </a:defRPr>
            </a:lvl9pPr>
          </a:lstStyle>
          <a:p>
            <a:pPr lvl="0" algn="ctr">
              <a:buClrTx/>
              <a:buSzTx/>
              <a:buFontTx/>
            </a:pPr>
            <a:endParaRPr lang="en-US" sz="1350">
              <a:latin typeface="Arial" panose="020B0604020202020204" pitchFamily="34" charset="0"/>
              <a:sym typeface="+mn-lt"/>
            </a:endParaRPr>
          </a:p>
        </p:txBody>
      </p:sp>
      <p:sp>
        <p:nvSpPr>
          <p:cNvPr id="20" name="矩形 19"/>
          <p:cNvSpPr/>
          <p:nvPr>
            <p:custDataLst>
              <p:tags r:id="rId12"/>
            </p:custDataLst>
          </p:nvPr>
        </p:nvSpPr>
        <p:spPr>
          <a:xfrm>
            <a:off x="4316492" y="3731180"/>
            <a:ext cx="921068" cy="308134"/>
          </a:xfrm>
          <a:prstGeom prst="rect">
            <a:avLst/>
          </a:prstGeom>
          <a:noFill/>
        </p:spPr>
        <p:txBody>
          <a:bodyPr wrap="square" lIns="0" tIns="0" rIns="0" bIns="0" rtlCol="0" anchor="t" anchorCtr="0">
            <a:normAutofit/>
          </a:bodyPr>
          <a:lstStyle/>
          <a:p>
            <a:pPr>
              <a:spcBef>
                <a:spcPct val="0"/>
              </a:spcBef>
              <a:spcAft>
                <a:spcPct val="0"/>
              </a:spcAft>
            </a:pPr>
            <a:r>
              <a:rPr lang="en-US" sz="1350" b="1">
                <a:solidFill>
                  <a:schemeClr val="tx1"/>
                </a:solidFill>
                <a:latin typeface="+mj-lt"/>
              </a:rPr>
              <a:t>Title</a:t>
            </a:r>
            <a:endParaRPr lang="en-US" sz="1350" b="1">
              <a:solidFill>
                <a:schemeClr val="tx1"/>
              </a:solidFill>
              <a:latin typeface="+mj-lt"/>
            </a:endParaRPr>
          </a:p>
        </p:txBody>
      </p:sp>
      <p:sp>
        <p:nvSpPr>
          <p:cNvPr id="21" name="矩形 20"/>
          <p:cNvSpPr/>
          <p:nvPr>
            <p:custDataLst>
              <p:tags r:id="rId13"/>
            </p:custDataLst>
          </p:nvPr>
        </p:nvSpPr>
        <p:spPr>
          <a:xfrm>
            <a:off x="3861674" y="4076462"/>
            <a:ext cx="1374458" cy="1380173"/>
          </a:xfrm>
          <a:prstGeom prst="rect">
            <a:avLst/>
          </a:prstGeom>
          <a:ln>
            <a:noFill/>
            <a:prstDash val="sysDash"/>
          </a:ln>
        </p:spPr>
        <p:txBody>
          <a:bodyPr vert="horz" wrap="square" lIns="0" tIns="0" rIns="0" bIns="0" rtlCol="0">
            <a:normAutofit fontScale="90000"/>
          </a:bodyPr>
          <a:lstStyle/>
          <a:p>
            <a:pPr>
              <a:lnSpc>
                <a:spcPct val="150000"/>
              </a:lnSpc>
              <a:spcBef>
                <a:spcPct val="0"/>
              </a:spcBef>
              <a:spcAft>
                <a:spcPct val="0"/>
              </a:spcAft>
            </a:pPr>
            <a:r>
              <a:rPr lang="en-US" sz="1050">
                <a:ln>
                  <a:noFill/>
                  <a:prstDash val="sysDot"/>
                </a:ln>
                <a:solidFill>
                  <a:schemeClr val="tx1">
                    <a:lumMod val="85000"/>
                    <a:lumOff val="15000"/>
                  </a:schemeClr>
                </a:solidFill>
                <a:latin typeface="+mn-lt"/>
              </a:rPr>
              <a:t>The system enables doctors to create, store, and manage prescriptions electronically, reducing dependency on paper-based records.</a:t>
            </a:r>
            <a:endParaRPr lang="en-US" sz="1050">
              <a:ln>
                <a:noFill/>
                <a:prstDash val="sysDot"/>
              </a:ln>
              <a:solidFill>
                <a:schemeClr val="tx1">
                  <a:lumMod val="85000"/>
                  <a:lumOff val="15000"/>
                </a:schemeClr>
              </a:solidFill>
              <a:latin typeface="+mn-lt"/>
            </a:endParaRPr>
          </a:p>
        </p:txBody>
      </p:sp>
      <p:sp>
        <p:nvSpPr>
          <p:cNvPr id="22" name="矩形 21"/>
          <p:cNvSpPr/>
          <p:nvPr>
            <p:custDataLst>
              <p:tags r:id="rId14"/>
            </p:custDataLst>
          </p:nvPr>
        </p:nvSpPr>
        <p:spPr>
          <a:xfrm>
            <a:off x="7682627" y="3731180"/>
            <a:ext cx="921068" cy="308134"/>
          </a:xfrm>
          <a:prstGeom prst="rect">
            <a:avLst/>
          </a:prstGeom>
          <a:noFill/>
        </p:spPr>
        <p:txBody>
          <a:bodyPr wrap="square" lIns="0" tIns="0" rIns="0" bIns="0" rtlCol="0" anchor="t" anchorCtr="0">
            <a:normAutofit/>
          </a:bodyPr>
          <a:lstStyle/>
          <a:p>
            <a:pPr>
              <a:spcBef>
                <a:spcPct val="0"/>
              </a:spcBef>
              <a:spcAft>
                <a:spcPct val="0"/>
              </a:spcAft>
            </a:pPr>
            <a:r>
              <a:rPr lang="en-US" sz="1350" b="1">
                <a:solidFill>
                  <a:schemeClr val="tx1"/>
                </a:solidFill>
                <a:latin typeface="+mj-lt"/>
              </a:rPr>
              <a:t>Title</a:t>
            </a:r>
            <a:endParaRPr lang="en-US" sz="1350" b="1">
              <a:solidFill>
                <a:schemeClr val="tx1"/>
              </a:solidFill>
              <a:latin typeface="+mj-lt"/>
            </a:endParaRPr>
          </a:p>
        </p:txBody>
      </p:sp>
      <p:sp>
        <p:nvSpPr>
          <p:cNvPr id="23" name="矩形 22"/>
          <p:cNvSpPr/>
          <p:nvPr>
            <p:custDataLst>
              <p:tags r:id="rId15"/>
            </p:custDataLst>
          </p:nvPr>
        </p:nvSpPr>
        <p:spPr>
          <a:xfrm>
            <a:off x="7227809" y="4076462"/>
            <a:ext cx="1374458" cy="1380173"/>
          </a:xfrm>
          <a:prstGeom prst="rect">
            <a:avLst/>
          </a:prstGeom>
          <a:ln>
            <a:noFill/>
            <a:prstDash val="sysDash"/>
          </a:ln>
        </p:spPr>
        <p:txBody>
          <a:bodyPr vert="horz" wrap="square" lIns="0" tIns="0" rIns="0" bIns="0" rtlCol="0">
            <a:normAutofit/>
          </a:bodyPr>
          <a:lstStyle/>
          <a:p>
            <a:pPr>
              <a:lnSpc>
                <a:spcPct val="150000"/>
              </a:lnSpc>
              <a:spcBef>
                <a:spcPct val="0"/>
              </a:spcBef>
              <a:spcAft>
                <a:spcPct val="0"/>
              </a:spcAft>
            </a:pPr>
            <a:r>
              <a:rPr lang="en-US" sz="975">
                <a:ln>
                  <a:noFill/>
                  <a:prstDash val="sysDot"/>
                </a:ln>
                <a:solidFill>
                  <a:schemeClr val="tx1">
                    <a:lumMod val="85000"/>
                    <a:lumOff val="15000"/>
                  </a:schemeClr>
                </a:solidFill>
                <a:latin typeface="+mn-lt"/>
              </a:rPr>
              <a:t>Dosage validation and digital prescription generation help minimize prescription mistakes and improve patient safety.</a:t>
            </a:r>
            <a:endParaRPr lang="en-US" sz="975">
              <a:ln>
                <a:noFill/>
                <a:prstDash val="sysDot"/>
              </a:ln>
              <a:solidFill>
                <a:schemeClr val="tx1">
                  <a:lumMod val="85000"/>
                  <a:lumOff val="15000"/>
                </a:schemeClr>
              </a:solidFill>
              <a:latin typeface="+mn-lt"/>
            </a:endParaRPr>
          </a:p>
        </p:txBody>
      </p:sp>
      <p:sp>
        <p:nvSpPr>
          <p:cNvPr id="25" name="矩形 24"/>
          <p:cNvSpPr/>
          <p:nvPr>
            <p:custDataLst>
              <p:tags r:id="rId16"/>
            </p:custDataLst>
          </p:nvPr>
        </p:nvSpPr>
        <p:spPr>
          <a:xfrm>
            <a:off x="5999560" y="3731180"/>
            <a:ext cx="921068" cy="308134"/>
          </a:xfrm>
          <a:prstGeom prst="rect">
            <a:avLst/>
          </a:prstGeom>
          <a:noFill/>
        </p:spPr>
        <p:txBody>
          <a:bodyPr wrap="square" lIns="0" tIns="0" rIns="0" bIns="0" rtlCol="0" anchor="t" anchorCtr="0">
            <a:normAutofit/>
          </a:bodyPr>
          <a:lstStyle/>
          <a:p>
            <a:pPr>
              <a:spcBef>
                <a:spcPct val="0"/>
              </a:spcBef>
              <a:spcAft>
                <a:spcPct val="0"/>
              </a:spcAft>
            </a:pPr>
            <a:r>
              <a:rPr lang="en-US" sz="1350" b="1" dirty="0">
                <a:solidFill>
                  <a:schemeClr val="tx1"/>
                </a:solidFill>
                <a:latin typeface="+mj-lt"/>
              </a:rPr>
              <a:t>Title</a:t>
            </a:r>
            <a:endParaRPr lang="en-US" sz="1350" b="1" dirty="0">
              <a:solidFill>
                <a:schemeClr val="tx1"/>
              </a:solidFill>
              <a:latin typeface="+mj-lt"/>
            </a:endParaRPr>
          </a:p>
        </p:txBody>
      </p:sp>
      <p:sp>
        <p:nvSpPr>
          <p:cNvPr id="26" name="矩形 25"/>
          <p:cNvSpPr/>
          <p:nvPr>
            <p:custDataLst>
              <p:tags r:id="rId17"/>
            </p:custDataLst>
          </p:nvPr>
        </p:nvSpPr>
        <p:spPr>
          <a:xfrm>
            <a:off x="5544741" y="4076462"/>
            <a:ext cx="1374458" cy="1380173"/>
          </a:xfrm>
          <a:prstGeom prst="rect">
            <a:avLst/>
          </a:prstGeom>
          <a:ln>
            <a:noFill/>
            <a:prstDash val="sysDash"/>
          </a:ln>
        </p:spPr>
        <p:txBody>
          <a:bodyPr vert="horz" wrap="square" lIns="0" tIns="0" rIns="0" bIns="0" rtlCol="0">
            <a:normAutofit/>
          </a:bodyPr>
          <a:lstStyle/>
          <a:p>
            <a:pPr>
              <a:lnSpc>
                <a:spcPct val="150000"/>
              </a:lnSpc>
              <a:spcBef>
                <a:spcPct val="0"/>
              </a:spcBef>
              <a:spcAft>
                <a:spcPct val="0"/>
              </a:spcAft>
            </a:pPr>
            <a:r>
              <a:rPr lang="en-US" sz="975">
                <a:ln>
                  <a:noFill/>
                  <a:prstDash val="sysDot"/>
                </a:ln>
                <a:solidFill>
                  <a:schemeClr val="tx1">
                    <a:lumMod val="85000"/>
                    <a:lumOff val="15000"/>
                  </a:schemeClr>
                </a:solidFill>
                <a:latin typeface="+mn-lt"/>
              </a:rPr>
              <a:t>Reduced Medication Errors</a:t>
            </a:r>
            <a:endParaRPr lang="en-US" sz="975">
              <a:ln>
                <a:noFill/>
                <a:prstDash val="sysDot"/>
              </a:ln>
              <a:solidFill>
                <a:schemeClr val="tx1">
                  <a:lumMod val="85000"/>
                  <a:lumOff val="15000"/>
                </a:schemeClr>
              </a:solidFill>
              <a:latin typeface="+mn-lt"/>
            </a:endParaRPr>
          </a:p>
        </p:txBody>
      </p:sp>
      <p:sp>
        <p:nvSpPr>
          <p:cNvPr id="27" name="圆角矩形 26"/>
          <p:cNvSpPr/>
          <p:nvPr>
            <p:custDataLst>
              <p:tags r:id="rId18"/>
            </p:custDataLst>
          </p:nvPr>
        </p:nvSpPr>
        <p:spPr>
          <a:xfrm>
            <a:off x="5544741" y="3732609"/>
            <a:ext cx="307181" cy="307181"/>
          </a:xfrm>
          <a:prstGeom prst="roundRect">
            <a:avLst>
              <a:gd name="adj" fmla="val 9555"/>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rgbClr val="FFFFFF"/>
                </a:solidFill>
                <a:latin typeface="+mn-lt"/>
              </a:defRPr>
            </a:lvl1pPr>
            <a:lvl2pPr marL="457200" algn="l" defTabSz="914400" rtl="0" eaLnBrk="1" latinLnBrk="0" hangingPunct="1">
              <a:defRPr sz="1800" kern="1200">
                <a:solidFill>
                  <a:srgbClr val="FFFFFF"/>
                </a:solidFill>
                <a:latin typeface="+mn-lt"/>
              </a:defRPr>
            </a:lvl2pPr>
            <a:lvl3pPr marL="914400" algn="l" defTabSz="914400" rtl="0" eaLnBrk="1" latinLnBrk="0" hangingPunct="1">
              <a:defRPr sz="1800" kern="1200">
                <a:solidFill>
                  <a:srgbClr val="FFFFFF"/>
                </a:solidFill>
                <a:latin typeface="+mn-lt"/>
              </a:defRPr>
            </a:lvl3pPr>
            <a:lvl4pPr marL="1371600" algn="l" defTabSz="914400" rtl="0" eaLnBrk="1" latinLnBrk="0" hangingPunct="1">
              <a:defRPr sz="1800" kern="1200">
                <a:solidFill>
                  <a:srgbClr val="FFFFFF"/>
                </a:solidFill>
                <a:latin typeface="+mn-lt"/>
              </a:defRPr>
            </a:lvl4pPr>
            <a:lvl5pPr marL="1828800" algn="l" defTabSz="914400" rtl="0" eaLnBrk="1" latinLnBrk="0" hangingPunct="1">
              <a:defRPr sz="1800" kern="1200">
                <a:solidFill>
                  <a:srgbClr val="FFFFFF"/>
                </a:solidFill>
                <a:latin typeface="+mn-lt"/>
              </a:defRPr>
            </a:lvl5pPr>
            <a:lvl6pPr marL="2286000" algn="l" defTabSz="914400" rtl="0" eaLnBrk="1" latinLnBrk="0" hangingPunct="1">
              <a:defRPr sz="1800" kern="1200">
                <a:solidFill>
                  <a:srgbClr val="FFFFFF"/>
                </a:solidFill>
                <a:latin typeface="+mn-lt"/>
              </a:defRPr>
            </a:lvl6pPr>
            <a:lvl7pPr marL="2743200" algn="l" defTabSz="914400" rtl="0" eaLnBrk="1" latinLnBrk="0" hangingPunct="1">
              <a:defRPr sz="1800" kern="1200">
                <a:solidFill>
                  <a:srgbClr val="FFFFFF"/>
                </a:solidFill>
                <a:latin typeface="+mn-lt"/>
              </a:defRPr>
            </a:lvl7pPr>
            <a:lvl8pPr marL="3200400" algn="l" defTabSz="914400" rtl="0" eaLnBrk="1" latinLnBrk="0" hangingPunct="1">
              <a:defRPr sz="1800" kern="1200">
                <a:solidFill>
                  <a:srgbClr val="FFFFFF"/>
                </a:solidFill>
                <a:latin typeface="+mn-lt"/>
              </a:defRPr>
            </a:lvl8pPr>
            <a:lvl9pPr marL="3657600" algn="l" defTabSz="914400" rtl="0" eaLnBrk="1" latinLnBrk="0" hangingPunct="1">
              <a:defRPr sz="1800" kern="1200">
                <a:solidFill>
                  <a:srgbClr val="FFFFFF"/>
                </a:solidFill>
                <a:latin typeface="+mn-lt"/>
              </a:defRPr>
            </a:lvl9pPr>
          </a:lstStyle>
          <a:p>
            <a:pPr lvl="0" algn="ctr">
              <a:buClrTx/>
              <a:buSzTx/>
              <a:buFontTx/>
            </a:pPr>
            <a:endParaRPr lang="en-US" sz="1350">
              <a:latin typeface="Arial" panose="020B0604020202020204" pitchFamily="34" charset="0"/>
              <a:sym typeface="+mn-lt"/>
            </a:endParaRPr>
          </a:p>
        </p:txBody>
      </p:sp>
      <p:sp>
        <p:nvSpPr>
          <p:cNvPr id="29" name="圆角矩形 28"/>
          <p:cNvSpPr/>
          <p:nvPr>
            <p:custDataLst>
              <p:tags r:id="rId19"/>
            </p:custDataLst>
          </p:nvPr>
        </p:nvSpPr>
        <p:spPr>
          <a:xfrm>
            <a:off x="7227809" y="3732609"/>
            <a:ext cx="307181" cy="307181"/>
          </a:xfrm>
          <a:prstGeom prst="roundRect">
            <a:avLst>
              <a:gd name="adj" fmla="val 9152"/>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rgbClr val="FFFFFF"/>
                </a:solidFill>
                <a:latin typeface="+mn-lt"/>
              </a:defRPr>
            </a:lvl1pPr>
            <a:lvl2pPr marL="457200" algn="l" defTabSz="914400" rtl="0" eaLnBrk="1" latinLnBrk="0" hangingPunct="1">
              <a:defRPr sz="1800" kern="1200">
                <a:solidFill>
                  <a:srgbClr val="FFFFFF"/>
                </a:solidFill>
                <a:latin typeface="+mn-lt"/>
              </a:defRPr>
            </a:lvl2pPr>
            <a:lvl3pPr marL="914400" algn="l" defTabSz="914400" rtl="0" eaLnBrk="1" latinLnBrk="0" hangingPunct="1">
              <a:defRPr sz="1800" kern="1200">
                <a:solidFill>
                  <a:srgbClr val="FFFFFF"/>
                </a:solidFill>
                <a:latin typeface="+mn-lt"/>
              </a:defRPr>
            </a:lvl3pPr>
            <a:lvl4pPr marL="1371600" algn="l" defTabSz="914400" rtl="0" eaLnBrk="1" latinLnBrk="0" hangingPunct="1">
              <a:defRPr sz="1800" kern="1200">
                <a:solidFill>
                  <a:srgbClr val="FFFFFF"/>
                </a:solidFill>
                <a:latin typeface="+mn-lt"/>
              </a:defRPr>
            </a:lvl4pPr>
            <a:lvl5pPr marL="1828800" algn="l" defTabSz="914400" rtl="0" eaLnBrk="1" latinLnBrk="0" hangingPunct="1">
              <a:defRPr sz="1800" kern="1200">
                <a:solidFill>
                  <a:srgbClr val="FFFFFF"/>
                </a:solidFill>
                <a:latin typeface="+mn-lt"/>
              </a:defRPr>
            </a:lvl5pPr>
            <a:lvl6pPr marL="2286000" algn="l" defTabSz="914400" rtl="0" eaLnBrk="1" latinLnBrk="0" hangingPunct="1">
              <a:defRPr sz="1800" kern="1200">
                <a:solidFill>
                  <a:srgbClr val="FFFFFF"/>
                </a:solidFill>
                <a:latin typeface="+mn-lt"/>
              </a:defRPr>
            </a:lvl6pPr>
            <a:lvl7pPr marL="2743200" algn="l" defTabSz="914400" rtl="0" eaLnBrk="1" latinLnBrk="0" hangingPunct="1">
              <a:defRPr sz="1800" kern="1200">
                <a:solidFill>
                  <a:srgbClr val="FFFFFF"/>
                </a:solidFill>
                <a:latin typeface="+mn-lt"/>
              </a:defRPr>
            </a:lvl7pPr>
            <a:lvl8pPr marL="3200400" algn="l" defTabSz="914400" rtl="0" eaLnBrk="1" latinLnBrk="0" hangingPunct="1">
              <a:defRPr sz="1800" kern="1200">
                <a:solidFill>
                  <a:srgbClr val="FFFFFF"/>
                </a:solidFill>
                <a:latin typeface="+mn-lt"/>
              </a:defRPr>
            </a:lvl8pPr>
            <a:lvl9pPr marL="3657600" algn="l" defTabSz="914400" rtl="0" eaLnBrk="1" latinLnBrk="0" hangingPunct="1">
              <a:defRPr sz="1800" kern="1200">
                <a:solidFill>
                  <a:srgbClr val="FFFFFF"/>
                </a:solidFill>
                <a:latin typeface="+mn-lt"/>
              </a:defRPr>
            </a:lvl9pPr>
          </a:lstStyle>
          <a:p>
            <a:pPr lvl="0" algn="ctr">
              <a:buClrTx/>
              <a:buSzTx/>
              <a:buFontTx/>
            </a:pPr>
            <a:endParaRPr lang="en-US" sz="1350">
              <a:latin typeface="Arial" panose="020B0604020202020204" pitchFamily="34" charset="0"/>
              <a:sym typeface="+mn-lt"/>
            </a:endParaRPr>
          </a:p>
        </p:txBody>
      </p:sp>
      <p:sp>
        <p:nvSpPr>
          <p:cNvPr id="30" name="图片 15" descr="343439383331313b343532303033313bd3a6d3c3c9ccb3c7"/>
          <p:cNvSpPr/>
          <p:nvPr>
            <p:custDataLst>
              <p:tags r:id="rId20"/>
            </p:custDataLst>
          </p:nvPr>
        </p:nvSpPr>
        <p:spPr>
          <a:xfrm>
            <a:off x="580787" y="3804523"/>
            <a:ext cx="151832" cy="163830"/>
          </a:xfrm>
          <a:custGeom>
            <a:avLst/>
            <a:gdLst>
              <a:gd name="connsiteX0" fmla="*/ 164599 w 202442"/>
              <a:gd name="connsiteY0" fmla="*/ 218554 h 218440"/>
              <a:gd name="connsiteX1" fmla="*/ 38073 w 202442"/>
              <a:gd name="connsiteY1" fmla="*/ 218554 h 218440"/>
              <a:gd name="connsiteX2" fmla="*/ 115 w 202442"/>
              <a:gd name="connsiteY2" fmla="*/ 182147 h 218440"/>
              <a:gd name="connsiteX3" fmla="*/ 115 w 202442"/>
              <a:gd name="connsiteY3" fmla="*/ 36521 h 218440"/>
              <a:gd name="connsiteX4" fmla="*/ 38073 w 202442"/>
              <a:gd name="connsiteY4" fmla="*/ 114 h 218440"/>
              <a:gd name="connsiteX5" fmla="*/ 164599 w 202442"/>
              <a:gd name="connsiteY5" fmla="*/ 114 h 218440"/>
              <a:gd name="connsiteX6" fmla="*/ 202557 w 202442"/>
              <a:gd name="connsiteY6" fmla="*/ 36521 h 218440"/>
              <a:gd name="connsiteX7" fmla="*/ 202557 w 202442"/>
              <a:gd name="connsiteY7" fmla="*/ 182147 h 218440"/>
              <a:gd name="connsiteX8" fmla="*/ 164599 w 202442"/>
              <a:gd name="connsiteY8" fmla="*/ 218554 h 218440"/>
              <a:gd name="connsiteX9" fmla="*/ 101336 w 202442"/>
              <a:gd name="connsiteY9" fmla="*/ 100666 h 218440"/>
              <a:gd name="connsiteX10" fmla="*/ 151946 w 202442"/>
              <a:gd name="connsiteY10" fmla="*/ 50390 h 218440"/>
              <a:gd name="connsiteX11" fmla="*/ 139294 w 202442"/>
              <a:gd name="connsiteY11" fmla="*/ 37821 h 218440"/>
              <a:gd name="connsiteX12" fmla="*/ 126641 w 202442"/>
              <a:gd name="connsiteY12" fmla="*/ 50390 h 218440"/>
              <a:gd name="connsiteX13" fmla="*/ 101336 w 202442"/>
              <a:gd name="connsiteY13" fmla="*/ 75528 h 218440"/>
              <a:gd name="connsiteX14" fmla="*/ 76031 w 202442"/>
              <a:gd name="connsiteY14" fmla="*/ 50390 h 218440"/>
              <a:gd name="connsiteX15" fmla="*/ 63378 w 202442"/>
              <a:gd name="connsiteY15" fmla="*/ 37821 h 218440"/>
              <a:gd name="connsiteX16" fmla="*/ 50725 w 202442"/>
              <a:gd name="connsiteY16" fmla="*/ 50390 h 218440"/>
              <a:gd name="connsiteX17" fmla="*/ 101336 w 202442"/>
              <a:gd name="connsiteY17" fmla="*/ 100666 h 218440"/>
              <a:gd name="connsiteX18" fmla="*/ 126641 w 202442"/>
              <a:gd name="connsiteY18" fmla="*/ 176080 h 218440"/>
              <a:gd name="connsiteX19" fmla="*/ 139294 w 202442"/>
              <a:gd name="connsiteY19" fmla="*/ 163510 h 218440"/>
              <a:gd name="connsiteX20" fmla="*/ 126641 w 202442"/>
              <a:gd name="connsiteY20" fmla="*/ 150941 h 218440"/>
              <a:gd name="connsiteX21" fmla="*/ 76031 w 202442"/>
              <a:gd name="connsiteY21" fmla="*/ 150941 h 218440"/>
              <a:gd name="connsiteX22" fmla="*/ 63378 w 202442"/>
              <a:gd name="connsiteY22" fmla="*/ 163510 h 218440"/>
              <a:gd name="connsiteX23" fmla="*/ 76031 w 202442"/>
              <a:gd name="connsiteY23" fmla="*/ 176080 h 218440"/>
              <a:gd name="connsiteX24" fmla="*/ 126641 w 202442"/>
              <a:gd name="connsiteY24" fmla="*/ 176080 h 21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2442" h="218440">
                <a:moveTo>
                  <a:pt x="164599" y="218554"/>
                </a:moveTo>
                <a:lnTo>
                  <a:pt x="38073" y="218554"/>
                </a:lnTo>
                <a:cubicBezTo>
                  <a:pt x="16563" y="218554"/>
                  <a:pt x="115" y="202778"/>
                  <a:pt x="115" y="182147"/>
                </a:cubicBezTo>
                <a:lnTo>
                  <a:pt x="115" y="36521"/>
                </a:lnTo>
                <a:cubicBezTo>
                  <a:pt x="115" y="15890"/>
                  <a:pt x="16563" y="114"/>
                  <a:pt x="38073" y="114"/>
                </a:cubicBezTo>
                <a:lnTo>
                  <a:pt x="164599" y="114"/>
                </a:lnTo>
                <a:cubicBezTo>
                  <a:pt x="186109" y="114"/>
                  <a:pt x="202557" y="15890"/>
                  <a:pt x="202557" y="36521"/>
                </a:cubicBezTo>
                <a:lnTo>
                  <a:pt x="202557" y="182147"/>
                </a:lnTo>
                <a:cubicBezTo>
                  <a:pt x="202557" y="202778"/>
                  <a:pt x="186109" y="218554"/>
                  <a:pt x="164599" y="218554"/>
                </a:cubicBezTo>
                <a:moveTo>
                  <a:pt x="101336" y="100666"/>
                </a:moveTo>
                <a:cubicBezTo>
                  <a:pt x="129171" y="100666"/>
                  <a:pt x="151946" y="78042"/>
                  <a:pt x="151946" y="50390"/>
                </a:cubicBezTo>
                <a:cubicBezTo>
                  <a:pt x="151946" y="42849"/>
                  <a:pt x="146885" y="37821"/>
                  <a:pt x="139294" y="37821"/>
                </a:cubicBezTo>
                <a:cubicBezTo>
                  <a:pt x="131702" y="37821"/>
                  <a:pt x="126641" y="42849"/>
                  <a:pt x="126641" y="50390"/>
                </a:cubicBezTo>
                <a:cubicBezTo>
                  <a:pt x="126641" y="64216"/>
                  <a:pt x="115254" y="75528"/>
                  <a:pt x="101336" y="75528"/>
                </a:cubicBezTo>
                <a:cubicBezTo>
                  <a:pt x="87418" y="75528"/>
                  <a:pt x="76031" y="64216"/>
                  <a:pt x="76031" y="50390"/>
                </a:cubicBezTo>
                <a:cubicBezTo>
                  <a:pt x="76031" y="42849"/>
                  <a:pt x="70970" y="37821"/>
                  <a:pt x="63378" y="37821"/>
                </a:cubicBezTo>
                <a:cubicBezTo>
                  <a:pt x="55786" y="37821"/>
                  <a:pt x="50725" y="42849"/>
                  <a:pt x="50725" y="50390"/>
                </a:cubicBezTo>
                <a:cubicBezTo>
                  <a:pt x="50725" y="78042"/>
                  <a:pt x="73500" y="100666"/>
                  <a:pt x="101336" y="100666"/>
                </a:cubicBezTo>
                <a:moveTo>
                  <a:pt x="126641" y="176080"/>
                </a:moveTo>
                <a:cubicBezTo>
                  <a:pt x="134233" y="176080"/>
                  <a:pt x="139294" y="171052"/>
                  <a:pt x="139294" y="163510"/>
                </a:cubicBezTo>
                <a:cubicBezTo>
                  <a:pt x="139294" y="155969"/>
                  <a:pt x="134233" y="150941"/>
                  <a:pt x="126641" y="150941"/>
                </a:cubicBezTo>
                <a:lnTo>
                  <a:pt x="76031" y="150941"/>
                </a:lnTo>
                <a:cubicBezTo>
                  <a:pt x="68439" y="150941"/>
                  <a:pt x="63378" y="155969"/>
                  <a:pt x="63378" y="163510"/>
                </a:cubicBezTo>
                <a:cubicBezTo>
                  <a:pt x="63378" y="171052"/>
                  <a:pt x="68439" y="176080"/>
                  <a:pt x="76031" y="176080"/>
                </a:cubicBezTo>
                <a:lnTo>
                  <a:pt x="126641" y="176080"/>
                </a:lnTo>
              </a:path>
            </a:pathLst>
          </a:custGeom>
          <a:solidFill>
            <a:srgbClr val="FFFFFF"/>
          </a:solidFill>
          <a:ln w="7488" cap="flat">
            <a:noFill/>
            <a:prstDash val="solid"/>
            <a:miter/>
          </a:ln>
        </p:spPr>
        <p:txBody>
          <a:bodyPr rtlCol="0" anchor="ctr"/>
          <a:lstStyle/>
          <a:p>
            <a:endParaRPr lang="en-US" sz="1350">
              <a:latin typeface="Arial" panose="020B0604020202020204" pitchFamily="34" charset="0"/>
              <a:sym typeface="Arial" panose="020B0604020202020204" pitchFamily="34" charset="0"/>
            </a:endParaRPr>
          </a:p>
        </p:txBody>
      </p:sp>
      <p:sp>
        <p:nvSpPr>
          <p:cNvPr id="31" name="任意多边形: 形状 12"/>
          <p:cNvSpPr/>
          <p:nvPr>
            <p:custDataLst>
              <p:tags r:id="rId21"/>
            </p:custDataLst>
          </p:nvPr>
        </p:nvSpPr>
        <p:spPr>
          <a:xfrm>
            <a:off x="2258616" y="3804523"/>
            <a:ext cx="163874" cy="163566"/>
          </a:xfrm>
          <a:custGeom>
            <a:avLst/>
            <a:gdLst>
              <a:gd name="connsiteX0" fmla="*/ 126113 w 218498"/>
              <a:gd name="connsiteY0" fmla="*/ 123727 h 218088"/>
              <a:gd name="connsiteX1" fmla="*/ 190824 w 218498"/>
              <a:gd name="connsiteY1" fmla="*/ 123727 h 218088"/>
              <a:gd name="connsiteX2" fmla="*/ 206008 w 218498"/>
              <a:gd name="connsiteY2" fmla="*/ 138796 h 218088"/>
              <a:gd name="connsiteX3" fmla="*/ 206008 w 218498"/>
              <a:gd name="connsiteY3" fmla="*/ 203019 h 218088"/>
              <a:gd name="connsiteX4" fmla="*/ 190824 w 218498"/>
              <a:gd name="connsiteY4" fmla="*/ 218088 h 218088"/>
              <a:gd name="connsiteX5" fmla="*/ 126113 w 218498"/>
              <a:gd name="connsiteY5" fmla="*/ 218088 h 218088"/>
              <a:gd name="connsiteX6" fmla="*/ 110930 w 218498"/>
              <a:gd name="connsiteY6" fmla="*/ 203019 h 218088"/>
              <a:gd name="connsiteX7" fmla="*/ 110930 w 218498"/>
              <a:gd name="connsiteY7" fmla="*/ 138796 h 218088"/>
              <a:gd name="connsiteX8" fmla="*/ 126113 w 218498"/>
              <a:gd name="connsiteY8" fmla="*/ 123727 h 218088"/>
              <a:gd name="connsiteX9" fmla="*/ 15183 w 218498"/>
              <a:gd name="connsiteY9" fmla="*/ 123727 h 218088"/>
              <a:gd name="connsiteX10" fmla="*/ 79894 w 218498"/>
              <a:gd name="connsiteY10" fmla="*/ 123727 h 218088"/>
              <a:gd name="connsiteX11" fmla="*/ 95078 w 218498"/>
              <a:gd name="connsiteY11" fmla="*/ 138796 h 218088"/>
              <a:gd name="connsiteX12" fmla="*/ 95078 w 218498"/>
              <a:gd name="connsiteY12" fmla="*/ 203019 h 218088"/>
              <a:gd name="connsiteX13" fmla="*/ 79894 w 218498"/>
              <a:gd name="connsiteY13" fmla="*/ 218088 h 218088"/>
              <a:gd name="connsiteX14" fmla="*/ 15183 w 218498"/>
              <a:gd name="connsiteY14" fmla="*/ 218088 h 218088"/>
              <a:gd name="connsiteX15" fmla="*/ 0 w 218498"/>
              <a:gd name="connsiteY15" fmla="*/ 203019 h 218088"/>
              <a:gd name="connsiteX16" fmla="*/ 0 w 218498"/>
              <a:gd name="connsiteY16" fmla="*/ 138796 h 218088"/>
              <a:gd name="connsiteX17" fmla="*/ 15183 w 218498"/>
              <a:gd name="connsiteY17" fmla="*/ 123727 h 218088"/>
              <a:gd name="connsiteX18" fmla="*/ 160365 w 218498"/>
              <a:gd name="connsiteY18" fmla="*/ 36373 h 218088"/>
              <a:gd name="connsiteX19" fmla="*/ 138896 w 218498"/>
              <a:gd name="connsiteY19" fmla="*/ 57681 h 218088"/>
              <a:gd name="connsiteX20" fmla="*/ 160365 w 218498"/>
              <a:gd name="connsiteY20" fmla="*/ 78988 h 218088"/>
              <a:gd name="connsiteX21" fmla="*/ 181835 w 218498"/>
              <a:gd name="connsiteY21" fmla="*/ 57681 h 218088"/>
              <a:gd name="connsiteX22" fmla="*/ 15183 w 218498"/>
              <a:gd name="connsiteY22" fmla="*/ 13634 h 218088"/>
              <a:gd name="connsiteX23" fmla="*/ 79894 w 218498"/>
              <a:gd name="connsiteY23" fmla="*/ 13634 h 218088"/>
              <a:gd name="connsiteX24" fmla="*/ 95078 w 218498"/>
              <a:gd name="connsiteY24" fmla="*/ 28703 h 218088"/>
              <a:gd name="connsiteX25" fmla="*/ 95078 w 218498"/>
              <a:gd name="connsiteY25" fmla="*/ 92927 h 218088"/>
              <a:gd name="connsiteX26" fmla="*/ 79894 w 218498"/>
              <a:gd name="connsiteY26" fmla="*/ 107995 h 218088"/>
              <a:gd name="connsiteX27" fmla="*/ 15183 w 218498"/>
              <a:gd name="connsiteY27" fmla="*/ 107995 h 218088"/>
              <a:gd name="connsiteX28" fmla="*/ 0 w 218498"/>
              <a:gd name="connsiteY28" fmla="*/ 92927 h 218088"/>
              <a:gd name="connsiteX29" fmla="*/ 0 w 218498"/>
              <a:gd name="connsiteY29" fmla="*/ 28703 h 218088"/>
              <a:gd name="connsiteX30" fmla="*/ 15183 w 218498"/>
              <a:gd name="connsiteY30" fmla="*/ 13634 h 218088"/>
              <a:gd name="connsiteX31" fmla="*/ 160350 w 218498"/>
              <a:gd name="connsiteY31" fmla="*/ 0 h 218088"/>
              <a:gd name="connsiteX32" fmla="*/ 171084 w 218498"/>
              <a:gd name="connsiteY32" fmla="*/ 4412 h 218088"/>
              <a:gd name="connsiteX33" fmla="*/ 171099 w 218498"/>
              <a:gd name="connsiteY33" fmla="*/ 4412 h 218088"/>
              <a:gd name="connsiteX34" fmla="*/ 214054 w 218498"/>
              <a:gd name="connsiteY34" fmla="*/ 47027 h 218088"/>
              <a:gd name="connsiteX35" fmla="*/ 214054 w 218498"/>
              <a:gd name="connsiteY35" fmla="*/ 68334 h 218088"/>
              <a:gd name="connsiteX36" fmla="*/ 171099 w 218498"/>
              <a:gd name="connsiteY36" fmla="*/ 110964 h 218088"/>
              <a:gd name="connsiteX37" fmla="*/ 149630 w 218498"/>
              <a:gd name="connsiteY37" fmla="*/ 110964 h 218088"/>
              <a:gd name="connsiteX38" fmla="*/ 106691 w 218498"/>
              <a:gd name="connsiteY38" fmla="*/ 68334 h 218088"/>
              <a:gd name="connsiteX39" fmla="*/ 106691 w 218498"/>
              <a:gd name="connsiteY39" fmla="*/ 47027 h 218088"/>
              <a:gd name="connsiteX40" fmla="*/ 149615 w 218498"/>
              <a:gd name="connsiteY40" fmla="*/ 4412 h 218088"/>
              <a:gd name="connsiteX41" fmla="*/ 160350 w 218498"/>
              <a:gd name="connsiteY41" fmla="*/ 0 h 21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18498" h="218088">
                <a:moveTo>
                  <a:pt x="126113" y="123727"/>
                </a:moveTo>
                <a:lnTo>
                  <a:pt x="190824" y="123727"/>
                </a:lnTo>
                <a:cubicBezTo>
                  <a:pt x="199210" y="123727"/>
                  <a:pt x="206008" y="130473"/>
                  <a:pt x="206008" y="138796"/>
                </a:cubicBezTo>
                <a:lnTo>
                  <a:pt x="206008" y="203019"/>
                </a:lnTo>
                <a:cubicBezTo>
                  <a:pt x="206008" y="211342"/>
                  <a:pt x="199210" y="218088"/>
                  <a:pt x="190824" y="218088"/>
                </a:cubicBezTo>
                <a:lnTo>
                  <a:pt x="126113" y="218088"/>
                </a:lnTo>
                <a:cubicBezTo>
                  <a:pt x="117727" y="218088"/>
                  <a:pt x="110930" y="211342"/>
                  <a:pt x="110930" y="203019"/>
                </a:cubicBezTo>
                <a:lnTo>
                  <a:pt x="110930" y="138796"/>
                </a:lnTo>
                <a:cubicBezTo>
                  <a:pt x="110930" y="130473"/>
                  <a:pt x="117727" y="123727"/>
                  <a:pt x="126113" y="123727"/>
                </a:cubicBezTo>
                <a:close/>
                <a:moveTo>
                  <a:pt x="15183" y="123727"/>
                </a:moveTo>
                <a:lnTo>
                  <a:pt x="79894" y="123727"/>
                </a:lnTo>
                <a:cubicBezTo>
                  <a:pt x="88280" y="123727"/>
                  <a:pt x="95078" y="130473"/>
                  <a:pt x="95078" y="138796"/>
                </a:cubicBezTo>
                <a:lnTo>
                  <a:pt x="95078" y="203019"/>
                </a:lnTo>
                <a:cubicBezTo>
                  <a:pt x="95078" y="211342"/>
                  <a:pt x="88280" y="218088"/>
                  <a:pt x="79894" y="218088"/>
                </a:cubicBezTo>
                <a:lnTo>
                  <a:pt x="15183" y="218088"/>
                </a:lnTo>
                <a:cubicBezTo>
                  <a:pt x="6797" y="218088"/>
                  <a:pt x="0" y="211342"/>
                  <a:pt x="0" y="203019"/>
                </a:cubicBezTo>
                <a:lnTo>
                  <a:pt x="0" y="138796"/>
                </a:lnTo>
                <a:cubicBezTo>
                  <a:pt x="0" y="130473"/>
                  <a:pt x="6797" y="123727"/>
                  <a:pt x="15183" y="123727"/>
                </a:cubicBezTo>
                <a:close/>
                <a:moveTo>
                  <a:pt x="160365" y="36373"/>
                </a:moveTo>
                <a:lnTo>
                  <a:pt x="138896" y="57681"/>
                </a:lnTo>
                <a:lnTo>
                  <a:pt x="160365" y="78988"/>
                </a:lnTo>
                <a:lnTo>
                  <a:pt x="181835" y="57681"/>
                </a:lnTo>
                <a:close/>
                <a:moveTo>
                  <a:pt x="15183" y="13634"/>
                </a:moveTo>
                <a:lnTo>
                  <a:pt x="79894" y="13634"/>
                </a:lnTo>
                <a:cubicBezTo>
                  <a:pt x="88280" y="13634"/>
                  <a:pt x="95078" y="20381"/>
                  <a:pt x="95078" y="28703"/>
                </a:cubicBezTo>
                <a:lnTo>
                  <a:pt x="95078" y="92927"/>
                </a:lnTo>
                <a:cubicBezTo>
                  <a:pt x="95078" y="101248"/>
                  <a:pt x="88280" y="107995"/>
                  <a:pt x="79894" y="107995"/>
                </a:cubicBezTo>
                <a:lnTo>
                  <a:pt x="15183" y="107995"/>
                </a:lnTo>
                <a:cubicBezTo>
                  <a:pt x="6797" y="107995"/>
                  <a:pt x="0" y="101248"/>
                  <a:pt x="0" y="92927"/>
                </a:cubicBezTo>
                <a:lnTo>
                  <a:pt x="0" y="28703"/>
                </a:lnTo>
                <a:cubicBezTo>
                  <a:pt x="0" y="20381"/>
                  <a:pt x="6797" y="13634"/>
                  <a:pt x="15183" y="13634"/>
                </a:cubicBezTo>
                <a:close/>
                <a:moveTo>
                  <a:pt x="160350" y="0"/>
                </a:moveTo>
                <a:cubicBezTo>
                  <a:pt x="164235" y="0"/>
                  <a:pt x="168120" y="1471"/>
                  <a:pt x="171084" y="4412"/>
                </a:cubicBezTo>
                <a:lnTo>
                  <a:pt x="171099" y="4412"/>
                </a:lnTo>
                <a:lnTo>
                  <a:pt x="214054" y="47027"/>
                </a:lnTo>
                <a:cubicBezTo>
                  <a:pt x="219980" y="52912"/>
                  <a:pt x="219980" y="62450"/>
                  <a:pt x="214054" y="68334"/>
                </a:cubicBezTo>
                <a:lnTo>
                  <a:pt x="171099" y="110964"/>
                </a:lnTo>
                <a:cubicBezTo>
                  <a:pt x="165170" y="116847"/>
                  <a:pt x="155559" y="116847"/>
                  <a:pt x="149630" y="110964"/>
                </a:cubicBezTo>
                <a:lnTo>
                  <a:pt x="106691" y="68334"/>
                </a:lnTo>
                <a:cubicBezTo>
                  <a:pt x="100765" y="62450"/>
                  <a:pt x="100765" y="52912"/>
                  <a:pt x="106691" y="47027"/>
                </a:cubicBezTo>
                <a:lnTo>
                  <a:pt x="149615" y="4412"/>
                </a:lnTo>
                <a:cubicBezTo>
                  <a:pt x="152580" y="1471"/>
                  <a:pt x="156465" y="0"/>
                  <a:pt x="160350" y="0"/>
                </a:cubicBezTo>
                <a:close/>
              </a:path>
            </a:pathLst>
          </a:custGeom>
          <a:solidFill>
            <a:srgbClr val="FFFFFF"/>
          </a:solidFill>
          <a:ln w="7490" cap="flat">
            <a:noFill/>
            <a:prstDash val="solid"/>
            <a:miter/>
          </a:ln>
        </p:spPr>
        <p:txBody>
          <a:bodyPr rtlCol="0" anchor="ctr"/>
          <a:lstStyle/>
          <a:p>
            <a:endParaRPr lang="en-US" sz="1350">
              <a:latin typeface="Arial" panose="020B0604020202020204" pitchFamily="34" charset="0"/>
              <a:sym typeface="Arial" panose="020B0604020202020204" pitchFamily="34" charset="0"/>
            </a:endParaRPr>
          </a:p>
        </p:txBody>
      </p:sp>
      <p:sp>
        <p:nvSpPr>
          <p:cNvPr id="32" name="图片 14" descr="343435383038363b343532323339393bd6b4d0d0d5aad2aa"/>
          <p:cNvSpPr/>
          <p:nvPr>
            <p:custDataLst>
              <p:tags r:id="rId22"/>
            </p:custDataLst>
          </p:nvPr>
        </p:nvSpPr>
        <p:spPr>
          <a:xfrm>
            <a:off x="3945970" y="3804523"/>
            <a:ext cx="139430" cy="163830"/>
          </a:xfrm>
          <a:custGeom>
            <a:avLst/>
            <a:gdLst>
              <a:gd name="connsiteX0" fmla="*/ 61383 w 185906"/>
              <a:gd name="connsiteY0" fmla="*/ 22846 h 218440"/>
              <a:gd name="connsiteX1" fmla="*/ 92569 w 185906"/>
              <a:gd name="connsiteY1" fmla="*/ -392 h 218440"/>
              <a:gd name="connsiteX2" fmla="*/ 123756 w 185906"/>
              <a:gd name="connsiteY2" fmla="*/ 22846 h 218440"/>
              <a:gd name="connsiteX3" fmla="*/ 166932 w 185906"/>
              <a:gd name="connsiteY3" fmla="*/ 22846 h 218440"/>
              <a:gd name="connsiteX4" fmla="*/ 185523 w 185906"/>
              <a:gd name="connsiteY4" fmla="*/ 41437 h 218440"/>
              <a:gd name="connsiteX5" fmla="*/ 185523 w 185906"/>
              <a:gd name="connsiteY5" fmla="*/ 199458 h 218440"/>
              <a:gd name="connsiteX6" fmla="*/ 166932 w 185906"/>
              <a:gd name="connsiteY6" fmla="*/ 218048 h 218440"/>
              <a:gd name="connsiteX7" fmla="*/ 18207 w 185906"/>
              <a:gd name="connsiteY7" fmla="*/ 218048 h 218440"/>
              <a:gd name="connsiteX8" fmla="*/ -384 w 185906"/>
              <a:gd name="connsiteY8" fmla="*/ 199458 h 218440"/>
              <a:gd name="connsiteX9" fmla="*/ -384 w 185906"/>
              <a:gd name="connsiteY9" fmla="*/ 41437 h 218440"/>
              <a:gd name="connsiteX10" fmla="*/ 18207 w 185906"/>
              <a:gd name="connsiteY10" fmla="*/ 22846 h 218440"/>
              <a:gd name="connsiteX11" fmla="*/ 61383 w 185906"/>
              <a:gd name="connsiteY11" fmla="*/ 22846 h 218440"/>
              <a:gd name="connsiteX12" fmla="*/ 92569 w 185906"/>
              <a:gd name="connsiteY12" fmla="*/ 36789 h 218440"/>
              <a:gd name="connsiteX13" fmla="*/ 101865 w 185906"/>
              <a:gd name="connsiteY13" fmla="*/ 27494 h 218440"/>
              <a:gd name="connsiteX14" fmla="*/ 92569 w 185906"/>
              <a:gd name="connsiteY14" fmla="*/ 18199 h 218440"/>
              <a:gd name="connsiteX15" fmla="*/ 83274 w 185906"/>
              <a:gd name="connsiteY15" fmla="*/ 27494 h 218440"/>
              <a:gd name="connsiteX16" fmla="*/ 92569 w 185906"/>
              <a:gd name="connsiteY16" fmla="*/ 36789 h 218440"/>
              <a:gd name="connsiteX17" fmla="*/ 46093 w 185906"/>
              <a:gd name="connsiteY17" fmla="*/ 69323 h 218440"/>
              <a:gd name="connsiteX18" fmla="*/ 36797 w 185906"/>
              <a:gd name="connsiteY18" fmla="*/ 78618 h 218440"/>
              <a:gd name="connsiteX19" fmla="*/ 46093 w 185906"/>
              <a:gd name="connsiteY19" fmla="*/ 87914 h 218440"/>
              <a:gd name="connsiteX20" fmla="*/ 139046 w 185906"/>
              <a:gd name="connsiteY20" fmla="*/ 87914 h 218440"/>
              <a:gd name="connsiteX21" fmla="*/ 148341 w 185906"/>
              <a:gd name="connsiteY21" fmla="*/ 78618 h 218440"/>
              <a:gd name="connsiteX22" fmla="*/ 139046 w 185906"/>
              <a:gd name="connsiteY22" fmla="*/ 69323 h 218440"/>
              <a:gd name="connsiteX23" fmla="*/ 46093 w 185906"/>
              <a:gd name="connsiteY23" fmla="*/ 69323 h 218440"/>
              <a:gd name="connsiteX24" fmla="*/ 46093 w 185906"/>
              <a:gd name="connsiteY24" fmla="*/ 111152 h 218440"/>
              <a:gd name="connsiteX25" fmla="*/ 36797 w 185906"/>
              <a:gd name="connsiteY25" fmla="*/ 120447 h 218440"/>
              <a:gd name="connsiteX26" fmla="*/ 46093 w 185906"/>
              <a:gd name="connsiteY26" fmla="*/ 129743 h 218440"/>
              <a:gd name="connsiteX27" fmla="*/ 139046 w 185906"/>
              <a:gd name="connsiteY27" fmla="*/ 129743 h 218440"/>
              <a:gd name="connsiteX28" fmla="*/ 148341 w 185906"/>
              <a:gd name="connsiteY28" fmla="*/ 120447 h 218440"/>
              <a:gd name="connsiteX29" fmla="*/ 139046 w 185906"/>
              <a:gd name="connsiteY29" fmla="*/ 111152 h 218440"/>
              <a:gd name="connsiteX30" fmla="*/ 46093 w 185906"/>
              <a:gd name="connsiteY30" fmla="*/ 111152 h 218440"/>
              <a:gd name="connsiteX31" fmla="*/ 46093 w 185906"/>
              <a:gd name="connsiteY31" fmla="*/ 152981 h 218440"/>
              <a:gd name="connsiteX32" fmla="*/ 36797 w 185906"/>
              <a:gd name="connsiteY32" fmla="*/ 162276 h 218440"/>
              <a:gd name="connsiteX33" fmla="*/ 46093 w 185906"/>
              <a:gd name="connsiteY33" fmla="*/ 171572 h 218440"/>
              <a:gd name="connsiteX34" fmla="*/ 92569 w 185906"/>
              <a:gd name="connsiteY34" fmla="*/ 171572 h 218440"/>
              <a:gd name="connsiteX35" fmla="*/ 101865 w 185906"/>
              <a:gd name="connsiteY35" fmla="*/ 162276 h 218440"/>
              <a:gd name="connsiteX36" fmla="*/ 92569 w 185906"/>
              <a:gd name="connsiteY36" fmla="*/ 152981 h 218440"/>
              <a:gd name="connsiteX37" fmla="*/ 46093 w 185906"/>
              <a:gd name="connsiteY37" fmla="*/ 152981 h 21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5906" h="218440">
                <a:moveTo>
                  <a:pt x="61383" y="22846"/>
                </a:moveTo>
                <a:cubicBezTo>
                  <a:pt x="65383" y="9408"/>
                  <a:pt x="77832" y="-392"/>
                  <a:pt x="92569" y="-392"/>
                </a:cubicBezTo>
                <a:cubicBezTo>
                  <a:pt x="107307" y="-392"/>
                  <a:pt x="119756" y="9408"/>
                  <a:pt x="123756" y="22846"/>
                </a:cubicBezTo>
                <a:lnTo>
                  <a:pt x="166932" y="22846"/>
                </a:lnTo>
                <a:cubicBezTo>
                  <a:pt x="177199" y="22846"/>
                  <a:pt x="185523" y="31170"/>
                  <a:pt x="185523" y="41437"/>
                </a:cubicBezTo>
                <a:lnTo>
                  <a:pt x="185523" y="199458"/>
                </a:lnTo>
                <a:cubicBezTo>
                  <a:pt x="185523" y="209725"/>
                  <a:pt x="177199" y="218048"/>
                  <a:pt x="166932" y="218048"/>
                </a:cubicBezTo>
                <a:lnTo>
                  <a:pt x="18207" y="218048"/>
                </a:lnTo>
                <a:cubicBezTo>
                  <a:pt x="7939" y="218048"/>
                  <a:pt x="-384" y="209725"/>
                  <a:pt x="-384" y="199458"/>
                </a:cubicBezTo>
                <a:lnTo>
                  <a:pt x="-384" y="41437"/>
                </a:lnTo>
                <a:cubicBezTo>
                  <a:pt x="-384" y="31170"/>
                  <a:pt x="7939" y="22846"/>
                  <a:pt x="18207" y="22846"/>
                </a:cubicBezTo>
                <a:lnTo>
                  <a:pt x="61383" y="22846"/>
                </a:lnTo>
                <a:moveTo>
                  <a:pt x="92569" y="36789"/>
                </a:moveTo>
                <a:cubicBezTo>
                  <a:pt x="97703" y="36789"/>
                  <a:pt x="101865" y="32628"/>
                  <a:pt x="101865" y="27494"/>
                </a:cubicBezTo>
                <a:cubicBezTo>
                  <a:pt x="101865" y="22360"/>
                  <a:pt x="97703" y="18199"/>
                  <a:pt x="92569" y="18199"/>
                </a:cubicBezTo>
                <a:cubicBezTo>
                  <a:pt x="87436" y="18199"/>
                  <a:pt x="83274" y="22360"/>
                  <a:pt x="83274" y="27494"/>
                </a:cubicBezTo>
                <a:cubicBezTo>
                  <a:pt x="83274" y="32628"/>
                  <a:pt x="87436" y="36789"/>
                  <a:pt x="92569" y="36789"/>
                </a:cubicBezTo>
                <a:moveTo>
                  <a:pt x="46093" y="69323"/>
                </a:moveTo>
                <a:cubicBezTo>
                  <a:pt x="40959" y="69323"/>
                  <a:pt x="36797" y="73485"/>
                  <a:pt x="36797" y="78618"/>
                </a:cubicBezTo>
                <a:cubicBezTo>
                  <a:pt x="36797" y="83752"/>
                  <a:pt x="40959" y="87914"/>
                  <a:pt x="46093" y="87914"/>
                </a:cubicBezTo>
                <a:lnTo>
                  <a:pt x="139046" y="87914"/>
                </a:lnTo>
                <a:cubicBezTo>
                  <a:pt x="144180" y="87914"/>
                  <a:pt x="148341" y="83752"/>
                  <a:pt x="148341" y="78618"/>
                </a:cubicBezTo>
                <a:cubicBezTo>
                  <a:pt x="148341" y="73485"/>
                  <a:pt x="144180" y="69323"/>
                  <a:pt x="139046" y="69323"/>
                </a:cubicBezTo>
                <a:lnTo>
                  <a:pt x="46093" y="69323"/>
                </a:lnTo>
                <a:moveTo>
                  <a:pt x="46093" y="111152"/>
                </a:moveTo>
                <a:cubicBezTo>
                  <a:pt x="40959" y="111152"/>
                  <a:pt x="36797" y="115314"/>
                  <a:pt x="36797" y="120447"/>
                </a:cubicBezTo>
                <a:cubicBezTo>
                  <a:pt x="36797" y="125581"/>
                  <a:pt x="40959" y="129743"/>
                  <a:pt x="46093" y="129743"/>
                </a:cubicBezTo>
                <a:lnTo>
                  <a:pt x="139046" y="129743"/>
                </a:lnTo>
                <a:cubicBezTo>
                  <a:pt x="144180" y="129743"/>
                  <a:pt x="148341" y="125581"/>
                  <a:pt x="148341" y="120447"/>
                </a:cubicBezTo>
                <a:cubicBezTo>
                  <a:pt x="148341" y="115314"/>
                  <a:pt x="144180" y="111152"/>
                  <a:pt x="139046" y="111152"/>
                </a:cubicBezTo>
                <a:lnTo>
                  <a:pt x="46093" y="111152"/>
                </a:lnTo>
                <a:moveTo>
                  <a:pt x="46093" y="152981"/>
                </a:moveTo>
                <a:cubicBezTo>
                  <a:pt x="40959" y="152981"/>
                  <a:pt x="36797" y="157143"/>
                  <a:pt x="36797" y="162276"/>
                </a:cubicBezTo>
                <a:cubicBezTo>
                  <a:pt x="36797" y="167410"/>
                  <a:pt x="40959" y="171572"/>
                  <a:pt x="46093" y="171572"/>
                </a:cubicBezTo>
                <a:lnTo>
                  <a:pt x="92569" y="171572"/>
                </a:lnTo>
                <a:cubicBezTo>
                  <a:pt x="97703" y="171572"/>
                  <a:pt x="101865" y="167410"/>
                  <a:pt x="101865" y="162276"/>
                </a:cubicBezTo>
                <a:cubicBezTo>
                  <a:pt x="101865" y="157143"/>
                  <a:pt x="97703" y="152981"/>
                  <a:pt x="92569" y="152981"/>
                </a:cubicBezTo>
                <a:lnTo>
                  <a:pt x="46093" y="152981"/>
                </a:lnTo>
              </a:path>
            </a:pathLst>
          </a:custGeom>
          <a:solidFill>
            <a:srgbClr val="FFFFFF"/>
          </a:solidFill>
          <a:ln w="279" cap="flat">
            <a:noFill/>
            <a:prstDash val="solid"/>
            <a:miter/>
          </a:ln>
        </p:spPr>
        <p:txBody>
          <a:bodyPr rtlCol="0" anchor="ctr"/>
          <a:lstStyle/>
          <a:p>
            <a:endParaRPr lang="en-US" sz="1350">
              <a:latin typeface="Arial" panose="020B0604020202020204" pitchFamily="34" charset="0"/>
              <a:sym typeface="Arial" panose="020B0604020202020204" pitchFamily="34" charset="0"/>
            </a:endParaRPr>
          </a:p>
        </p:txBody>
      </p:sp>
      <p:sp>
        <p:nvSpPr>
          <p:cNvPr id="33" name="图片 72" descr="343439383331313b343532303031393bd2b5bca8b9dcc0ed"/>
          <p:cNvSpPr/>
          <p:nvPr>
            <p:custDataLst>
              <p:tags r:id="rId23"/>
            </p:custDataLst>
          </p:nvPr>
        </p:nvSpPr>
        <p:spPr>
          <a:xfrm>
            <a:off x="5616655" y="3810238"/>
            <a:ext cx="163829" cy="152090"/>
          </a:xfrm>
          <a:custGeom>
            <a:avLst/>
            <a:gdLst>
              <a:gd name="connsiteX0" fmla="*/ 192921 w 218439"/>
              <a:gd name="connsiteY0" fmla="*/ 115 h 202786"/>
              <a:gd name="connsiteX1" fmla="*/ 25190 w 218439"/>
              <a:gd name="connsiteY1" fmla="*/ 115 h 202786"/>
              <a:gd name="connsiteX2" fmla="*/ 114 w 218439"/>
              <a:gd name="connsiteY2" fmla="*/ 25393 h 202786"/>
              <a:gd name="connsiteX3" fmla="*/ 114 w 218439"/>
              <a:gd name="connsiteY3" fmla="*/ 134370 h 202786"/>
              <a:gd name="connsiteX4" fmla="*/ 25190 w 218439"/>
              <a:gd name="connsiteY4" fmla="*/ 159648 h 202786"/>
              <a:gd name="connsiteX5" fmla="*/ 88159 w 218439"/>
              <a:gd name="connsiteY5" fmla="*/ 159648 h 202786"/>
              <a:gd name="connsiteX6" fmla="*/ 88159 w 218439"/>
              <a:gd name="connsiteY6" fmla="*/ 190543 h 202786"/>
              <a:gd name="connsiteX7" fmla="*/ 53610 w 218439"/>
              <a:gd name="connsiteY7" fmla="*/ 190543 h 202786"/>
              <a:gd name="connsiteX8" fmla="*/ 47480 w 218439"/>
              <a:gd name="connsiteY8" fmla="*/ 196722 h 202786"/>
              <a:gd name="connsiteX9" fmla="*/ 53610 w 218439"/>
              <a:gd name="connsiteY9" fmla="*/ 202902 h 202786"/>
              <a:gd name="connsiteX10" fmla="*/ 160044 w 218439"/>
              <a:gd name="connsiteY10" fmla="*/ 202902 h 202786"/>
              <a:gd name="connsiteX11" fmla="*/ 166173 w 218439"/>
              <a:gd name="connsiteY11" fmla="*/ 196722 h 202786"/>
              <a:gd name="connsiteX12" fmla="*/ 160044 w 218439"/>
              <a:gd name="connsiteY12" fmla="*/ 190543 h 202786"/>
              <a:gd name="connsiteX13" fmla="*/ 126052 w 218439"/>
              <a:gd name="connsiteY13" fmla="*/ 190543 h 202786"/>
              <a:gd name="connsiteX14" fmla="*/ 126052 w 218439"/>
              <a:gd name="connsiteY14" fmla="*/ 159648 h 202786"/>
              <a:gd name="connsiteX15" fmla="*/ 193478 w 218439"/>
              <a:gd name="connsiteY15" fmla="*/ 159648 h 202786"/>
              <a:gd name="connsiteX16" fmla="*/ 218554 w 218439"/>
              <a:gd name="connsiteY16" fmla="*/ 134370 h 202786"/>
              <a:gd name="connsiteX17" fmla="*/ 218554 w 218439"/>
              <a:gd name="connsiteY17" fmla="*/ 25393 h 202786"/>
              <a:gd name="connsiteX18" fmla="*/ 192921 w 218439"/>
              <a:gd name="connsiteY18" fmla="*/ 115 h 202786"/>
              <a:gd name="connsiteX19" fmla="*/ 181775 w 218439"/>
              <a:gd name="connsiteY19" fmla="*/ 37751 h 202786"/>
              <a:gd name="connsiteX20" fmla="*/ 181775 w 218439"/>
              <a:gd name="connsiteY20" fmla="*/ 37751 h 202786"/>
              <a:gd name="connsiteX21" fmla="*/ 181775 w 218439"/>
              <a:gd name="connsiteY21" fmla="*/ 38313 h 202786"/>
              <a:gd name="connsiteX22" fmla="*/ 119365 w 218439"/>
              <a:gd name="connsiteY22" fmla="*/ 122012 h 202786"/>
              <a:gd name="connsiteX23" fmla="*/ 117693 w 218439"/>
              <a:gd name="connsiteY23" fmla="*/ 120888 h 202786"/>
              <a:gd name="connsiteX24" fmla="*/ 68655 w 218439"/>
              <a:gd name="connsiteY24" fmla="*/ 84937 h 202786"/>
              <a:gd name="connsiteX25" fmla="*/ 51381 w 218439"/>
              <a:gd name="connsiteY25" fmla="*/ 107406 h 202786"/>
              <a:gd name="connsiteX26" fmla="*/ 43579 w 218439"/>
              <a:gd name="connsiteY26" fmla="*/ 110215 h 202786"/>
              <a:gd name="connsiteX27" fmla="*/ 39678 w 218439"/>
              <a:gd name="connsiteY27" fmla="*/ 101789 h 202786"/>
              <a:gd name="connsiteX28" fmla="*/ 40236 w 218439"/>
              <a:gd name="connsiteY28" fmla="*/ 100666 h 202786"/>
              <a:gd name="connsiteX29" fmla="*/ 63640 w 218439"/>
              <a:gd name="connsiteY29" fmla="*/ 69770 h 202786"/>
              <a:gd name="connsiteX30" fmla="*/ 65869 w 218439"/>
              <a:gd name="connsiteY30" fmla="*/ 66961 h 202786"/>
              <a:gd name="connsiteX31" fmla="*/ 116578 w 218439"/>
              <a:gd name="connsiteY31" fmla="*/ 104598 h 202786"/>
              <a:gd name="connsiteX32" fmla="*/ 171746 w 218439"/>
              <a:gd name="connsiteY32" fmla="*/ 31010 h 202786"/>
              <a:gd name="connsiteX33" fmla="*/ 178432 w 218439"/>
              <a:gd name="connsiteY33" fmla="*/ 29887 h 202786"/>
              <a:gd name="connsiteX34" fmla="*/ 181775 w 218439"/>
              <a:gd name="connsiteY34" fmla="*/ 37751 h 20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18439" h="202786">
                <a:moveTo>
                  <a:pt x="192921" y="115"/>
                </a:moveTo>
                <a:lnTo>
                  <a:pt x="25190" y="115"/>
                </a:lnTo>
                <a:cubicBezTo>
                  <a:pt x="11259" y="115"/>
                  <a:pt x="114" y="11350"/>
                  <a:pt x="114" y="25393"/>
                </a:cubicBezTo>
                <a:lnTo>
                  <a:pt x="114" y="134370"/>
                </a:lnTo>
                <a:cubicBezTo>
                  <a:pt x="114" y="148413"/>
                  <a:pt x="11259" y="159648"/>
                  <a:pt x="25190" y="159648"/>
                </a:cubicBezTo>
                <a:lnTo>
                  <a:pt x="88159" y="159648"/>
                </a:lnTo>
                <a:lnTo>
                  <a:pt x="88159" y="190543"/>
                </a:lnTo>
                <a:lnTo>
                  <a:pt x="53610" y="190543"/>
                </a:lnTo>
                <a:cubicBezTo>
                  <a:pt x="50266" y="190543"/>
                  <a:pt x="47480" y="193352"/>
                  <a:pt x="47480" y="196722"/>
                </a:cubicBezTo>
                <a:cubicBezTo>
                  <a:pt x="47480" y="200093"/>
                  <a:pt x="50266" y="202902"/>
                  <a:pt x="53610" y="202902"/>
                </a:cubicBezTo>
                <a:lnTo>
                  <a:pt x="160044" y="202902"/>
                </a:lnTo>
                <a:cubicBezTo>
                  <a:pt x="163387" y="202902"/>
                  <a:pt x="166173" y="200093"/>
                  <a:pt x="166173" y="196722"/>
                </a:cubicBezTo>
                <a:cubicBezTo>
                  <a:pt x="166173" y="193352"/>
                  <a:pt x="163387" y="190543"/>
                  <a:pt x="160044" y="190543"/>
                </a:cubicBezTo>
                <a:lnTo>
                  <a:pt x="126052" y="190543"/>
                </a:lnTo>
                <a:lnTo>
                  <a:pt x="126052" y="159648"/>
                </a:lnTo>
                <a:lnTo>
                  <a:pt x="193478" y="159648"/>
                </a:lnTo>
                <a:cubicBezTo>
                  <a:pt x="207409" y="159648"/>
                  <a:pt x="218554" y="148413"/>
                  <a:pt x="218554" y="134370"/>
                </a:cubicBezTo>
                <a:lnTo>
                  <a:pt x="218554" y="25393"/>
                </a:lnTo>
                <a:cubicBezTo>
                  <a:pt x="217996" y="11911"/>
                  <a:pt x="206852" y="115"/>
                  <a:pt x="192921" y="115"/>
                </a:cubicBezTo>
                <a:moveTo>
                  <a:pt x="181775" y="37751"/>
                </a:moveTo>
                <a:cubicBezTo>
                  <a:pt x="181775" y="37751"/>
                  <a:pt x="181775" y="38313"/>
                  <a:pt x="181775" y="37751"/>
                </a:cubicBezTo>
                <a:lnTo>
                  <a:pt x="181775" y="38313"/>
                </a:lnTo>
                <a:lnTo>
                  <a:pt x="119365" y="122012"/>
                </a:lnTo>
                <a:lnTo>
                  <a:pt x="117693" y="120888"/>
                </a:lnTo>
                <a:lnTo>
                  <a:pt x="68655" y="84937"/>
                </a:lnTo>
                <a:lnTo>
                  <a:pt x="51381" y="107406"/>
                </a:lnTo>
                <a:cubicBezTo>
                  <a:pt x="49709" y="110215"/>
                  <a:pt x="46365" y="111339"/>
                  <a:pt x="43579" y="110215"/>
                </a:cubicBezTo>
                <a:cubicBezTo>
                  <a:pt x="40236" y="109091"/>
                  <a:pt x="38564" y="105159"/>
                  <a:pt x="39678" y="101789"/>
                </a:cubicBezTo>
                <a:cubicBezTo>
                  <a:pt x="39678" y="101228"/>
                  <a:pt x="39678" y="101228"/>
                  <a:pt x="40236" y="100666"/>
                </a:cubicBezTo>
                <a:lnTo>
                  <a:pt x="63640" y="69770"/>
                </a:lnTo>
                <a:lnTo>
                  <a:pt x="65869" y="66961"/>
                </a:lnTo>
                <a:lnTo>
                  <a:pt x="116578" y="104598"/>
                </a:lnTo>
                <a:lnTo>
                  <a:pt x="171746" y="31010"/>
                </a:lnTo>
                <a:cubicBezTo>
                  <a:pt x="173418" y="29325"/>
                  <a:pt x="176204" y="28764"/>
                  <a:pt x="178432" y="29887"/>
                </a:cubicBezTo>
                <a:cubicBezTo>
                  <a:pt x="181775" y="31010"/>
                  <a:pt x="183447" y="34381"/>
                  <a:pt x="181775" y="37751"/>
                </a:cubicBezTo>
              </a:path>
            </a:pathLst>
          </a:custGeom>
          <a:solidFill>
            <a:srgbClr val="FFFFFF"/>
          </a:solidFill>
          <a:ln w="7495" cap="flat">
            <a:noFill/>
            <a:prstDash val="solid"/>
            <a:miter/>
          </a:ln>
        </p:spPr>
        <p:txBody>
          <a:bodyPr rtlCol="0" anchor="ctr"/>
          <a:lstStyle/>
          <a:p>
            <a:endParaRPr lang="en-US" sz="1350">
              <a:latin typeface="Arial" panose="020B0604020202020204" pitchFamily="34" charset="0"/>
              <a:sym typeface="Arial" panose="020B0604020202020204" pitchFamily="34" charset="0"/>
            </a:endParaRPr>
          </a:p>
        </p:txBody>
      </p:sp>
      <p:sp>
        <p:nvSpPr>
          <p:cNvPr id="34" name="任意多边形: 形状 29"/>
          <p:cNvSpPr/>
          <p:nvPr>
            <p:custDataLst>
              <p:tags r:id="rId24"/>
            </p:custDataLst>
          </p:nvPr>
        </p:nvSpPr>
        <p:spPr>
          <a:xfrm>
            <a:off x="7299722" y="3804523"/>
            <a:ext cx="163354" cy="163170"/>
          </a:xfrm>
          <a:custGeom>
            <a:avLst/>
            <a:gdLst>
              <a:gd name="connsiteX0" fmla="*/ 100163 w 217805"/>
              <a:gd name="connsiteY0" fmla="*/ 148263 h 217560"/>
              <a:gd name="connsiteX1" fmla="*/ 44421 w 217805"/>
              <a:gd name="connsiteY1" fmla="*/ 161841 h 217560"/>
              <a:gd name="connsiteX2" fmla="*/ 40663 w 217805"/>
              <a:gd name="connsiteY2" fmla="*/ 166643 h 217560"/>
              <a:gd name="connsiteX3" fmla="*/ 40663 w 217805"/>
              <a:gd name="connsiteY3" fmla="*/ 172317 h 217560"/>
              <a:gd name="connsiteX4" fmla="*/ 44421 w 217805"/>
              <a:gd name="connsiteY4" fmla="*/ 175274 h 217560"/>
              <a:gd name="connsiteX5" fmla="*/ 100163 w 217805"/>
              <a:gd name="connsiteY5" fmla="*/ 161696 h 217560"/>
              <a:gd name="connsiteX6" fmla="*/ 103921 w 217805"/>
              <a:gd name="connsiteY6" fmla="*/ 156895 h 217560"/>
              <a:gd name="connsiteX7" fmla="*/ 103921 w 217805"/>
              <a:gd name="connsiteY7" fmla="*/ 151222 h 217560"/>
              <a:gd name="connsiteX8" fmla="*/ 100163 w 217805"/>
              <a:gd name="connsiteY8" fmla="*/ 148263 h 217560"/>
              <a:gd name="connsiteX9" fmla="*/ 100163 w 217805"/>
              <a:gd name="connsiteY9" fmla="*/ 121399 h 217560"/>
              <a:gd name="connsiteX10" fmla="*/ 44421 w 217805"/>
              <a:gd name="connsiteY10" fmla="*/ 134977 h 217560"/>
              <a:gd name="connsiteX11" fmla="*/ 40663 w 217805"/>
              <a:gd name="connsiteY11" fmla="*/ 139778 h 217560"/>
              <a:gd name="connsiteX12" fmla="*/ 40663 w 217805"/>
              <a:gd name="connsiteY12" fmla="*/ 145452 h 217560"/>
              <a:gd name="connsiteX13" fmla="*/ 44421 w 217805"/>
              <a:gd name="connsiteY13" fmla="*/ 148409 h 217560"/>
              <a:gd name="connsiteX14" fmla="*/ 100163 w 217805"/>
              <a:gd name="connsiteY14" fmla="*/ 134831 h 217560"/>
              <a:gd name="connsiteX15" fmla="*/ 103921 w 217805"/>
              <a:gd name="connsiteY15" fmla="*/ 130031 h 217560"/>
              <a:gd name="connsiteX16" fmla="*/ 103921 w 217805"/>
              <a:gd name="connsiteY16" fmla="*/ 124357 h 217560"/>
              <a:gd name="connsiteX17" fmla="*/ 100163 w 217805"/>
              <a:gd name="connsiteY17" fmla="*/ 121399 h 217560"/>
              <a:gd name="connsiteX18" fmla="*/ 100163 w 217805"/>
              <a:gd name="connsiteY18" fmla="*/ 94533 h 217560"/>
              <a:gd name="connsiteX19" fmla="*/ 44421 w 217805"/>
              <a:gd name="connsiteY19" fmla="*/ 108111 h 217560"/>
              <a:gd name="connsiteX20" fmla="*/ 40663 w 217805"/>
              <a:gd name="connsiteY20" fmla="*/ 112913 h 217560"/>
              <a:gd name="connsiteX21" fmla="*/ 40663 w 217805"/>
              <a:gd name="connsiteY21" fmla="*/ 118586 h 217560"/>
              <a:gd name="connsiteX22" fmla="*/ 44421 w 217805"/>
              <a:gd name="connsiteY22" fmla="*/ 121544 h 217560"/>
              <a:gd name="connsiteX23" fmla="*/ 100163 w 217805"/>
              <a:gd name="connsiteY23" fmla="*/ 107966 h 217560"/>
              <a:gd name="connsiteX24" fmla="*/ 103921 w 217805"/>
              <a:gd name="connsiteY24" fmla="*/ 103166 h 217560"/>
              <a:gd name="connsiteX25" fmla="*/ 103921 w 217805"/>
              <a:gd name="connsiteY25" fmla="*/ 97492 h 217560"/>
              <a:gd name="connsiteX26" fmla="*/ 100163 w 217805"/>
              <a:gd name="connsiteY26" fmla="*/ 94533 h 217560"/>
              <a:gd name="connsiteX27" fmla="*/ 118324 w 217805"/>
              <a:gd name="connsiteY27" fmla="*/ 39713 h 217560"/>
              <a:gd name="connsiteX28" fmla="*/ 125016 w 217805"/>
              <a:gd name="connsiteY28" fmla="*/ 40707 h 217560"/>
              <a:gd name="connsiteX29" fmla="*/ 154379 w 217805"/>
              <a:gd name="connsiteY29" fmla="*/ 63523 h 217560"/>
              <a:gd name="connsiteX30" fmla="*/ 157433 w 217805"/>
              <a:gd name="connsiteY30" fmla="*/ 69778 h 217560"/>
              <a:gd name="connsiteX31" fmla="*/ 157433 w 217805"/>
              <a:gd name="connsiteY31" fmla="*/ 213680 h 217560"/>
              <a:gd name="connsiteX32" fmla="*/ 153554 w 217805"/>
              <a:gd name="connsiteY32" fmla="*/ 217560 h 217560"/>
              <a:gd name="connsiteX33" fmla="*/ 19326 w 217805"/>
              <a:gd name="connsiteY33" fmla="*/ 217560 h 217560"/>
              <a:gd name="connsiteX34" fmla="*/ 19305 w 217805"/>
              <a:gd name="connsiteY34" fmla="*/ 217539 h 217560"/>
              <a:gd name="connsiteX35" fmla="*/ 7759 w 217805"/>
              <a:gd name="connsiteY35" fmla="*/ 217539 h 217560"/>
              <a:gd name="connsiteX36" fmla="*/ 0 w 217805"/>
              <a:gd name="connsiteY36" fmla="*/ 209781 h 217560"/>
              <a:gd name="connsiteX37" fmla="*/ 7759 w 217805"/>
              <a:gd name="connsiteY37" fmla="*/ 202022 h 217560"/>
              <a:gd name="connsiteX38" fmla="*/ 15453 w 217805"/>
              <a:gd name="connsiteY38" fmla="*/ 202022 h 217560"/>
              <a:gd name="connsiteX39" fmla="*/ 15519 w 217805"/>
              <a:gd name="connsiteY39" fmla="*/ 83284 h 217560"/>
              <a:gd name="connsiteX40" fmla="*/ 19132 w 217805"/>
              <a:gd name="connsiteY40" fmla="*/ 77998 h 217560"/>
              <a:gd name="connsiteX41" fmla="*/ 148751 w 217805"/>
              <a:gd name="connsiteY41" fmla="*/ 292 h 217560"/>
              <a:gd name="connsiteX42" fmla="*/ 155540 w 217805"/>
              <a:gd name="connsiteY42" fmla="*/ 1359 h 217560"/>
              <a:gd name="connsiteX43" fmla="*/ 185364 w 217805"/>
              <a:gd name="connsiteY43" fmla="*/ 23156 h 217560"/>
              <a:gd name="connsiteX44" fmla="*/ 188467 w 217805"/>
              <a:gd name="connsiteY44" fmla="*/ 29194 h 217560"/>
              <a:gd name="connsiteX45" fmla="*/ 188467 w 217805"/>
              <a:gd name="connsiteY45" fmla="*/ 198651 h 217560"/>
              <a:gd name="connsiteX46" fmla="*/ 192347 w 217805"/>
              <a:gd name="connsiteY46" fmla="*/ 202434 h 217560"/>
              <a:gd name="connsiteX47" fmla="*/ 206579 w 217805"/>
              <a:gd name="connsiteY47" fmla="*/ 202434 h 217560"/>
              <a:gd name="connsiteX48" fmla="*/ 208009 w 217805"/>
              <a:gd name="connsiteY48" fmla="*/ 202701 h 217560"/>
              <a:gd name="connsiteX49" fmla="*/ 210022 w 217805"/>
              <a:gd name="connsiteY49" fmla="*/ 202434 h 217560"/>
              <a:gd name="connsiteX50" fmla="*/ 217805 w 217805"/>
              <a:gd name="connsiteY50" fmla="*/ 209975 h 217560"/>
              <a:gd name="connsiteX51" fmla="*/ 210046 w 217805"/>
              <a:gd name="connsiteY51" fmla="*/ 217539 h 217560"/>
              <a:gd name="connsiteX52" fmla="*/ 207985 w 217805"/>
              <a:gd name="connsiteY52" fmla="*/ 217272 h 217560"/>
              <a:gd name="connsiteX53" fmla="*/ 206603 w 217805"/>
              <a:gd name="connsiteY53" fmla="*/ 217515 h 217560"/>
              <a:gd name="connsiteX54" fmla="*/ 176853 w 217805"/>
              <a:gd name="connsiteY54" fmla="*/ 217515 h 217560"/>
              <a:gd name="connsiteX55" fmla="*/ 172973 w 217805"/>
              <a:gd name="connsiteY55" fmla="*/ 213733 h 217560"/>
              <a:gd name="connsiteX56" fmla="*/ 172973 w 217805"/>
              <a:gd name="connsiteY56" fmla="*/ 36734 h 217560"/>
              <a:gd name="connsiteX57" fmla="*/ 169870 w 217805"/>
              <a:gd name="connsiteY57" fmla="*/ 30697 h 217560"/>
              <a:gd name="connsiteX58" fmla="*/ 152728 w 217805"/>
              <a:gd name="connsiteY58" fmla="*/ 18186 h 217560"/>
              <a:gd name="connsiteX59" fmla="*/ 145939 w 217805"/>
              <a:gd name="connsiteY59" fmla="*/ 17119 h 217560"/>
              <a:gd name="connsiteX60" fmla="*/ 73224 w 217805"/>
              <a:gd name="connsiteY60" fmla="*/ 35764 h 217560"/>
              <a:gd name="connsiteX61" fmla="*/ 69611 w 217805"/>
              <a:gd name="connsiteY61" fmla="*/ 39983 h 217560"/>
              <a:gd name="connsiteX62" fmla="*/ 69611 w 217805"/>
              <a:gd name="connsiteY62" fmla="*/ 47742 h 217560"/>
              <a:gd name="connsiteX63" fmla="*/ 61852 w 217805"/>
              <a:gd name="connsiteY63" fmla="*/ 55307 h 217560"/>
              <a:gd name="connsiteX64" fmla="*/ 54094 w 217805"/>
              <a:gd name="connsiteY64" fmla="*/ 47742 h 217560"/>
              <a:gd name="connsiteX65" fmla="*/ 54021 w 217805"/>
              <a:gd name="connsiteY65" fmla="*/ 47742 h 217560"/>
              <a:gd name="connsiteX66" fmla="*/ 54021 w 217805"/>
              <a:gd name="connsiteY66" fmla="*/ 29848 h 217560"/>
              <a:gd name="connsiteX67" fmla="*/ 57706 w 217805"/>
              <a:gd name="connsiteY67" fmla="*/ 24878 h 21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17805" h="217560">
                <a:moveTo>
                  <a:pt x="100163" y="148263"/>
                </a:moveTo>
                <a:lnTo>
                  <a:pt x="44421" y="161841"/>
                </a:lnTo>
                <a:cubicBezTo>
                  <a:pt x="42360" y="162351"/>
                  <a:pt x="40663" y="164509"/>
                  <a:pt x="40663" y="166643"/>
                </a:cubicBezTo>
                <a:lnTo>
                  <a:pt x="40663" y="172317"/>
                </a:lnTo>
                <a:cubicBezTo>
                  <a:pt x="40663" y="174450"/>
                  <a:pt x="42336" y="175783"/>
                  <a:pt x="44421" y="175274"/>
                </a:cubicBezTo>
                <a:lnTo>
                  <a:pt x="100163" y="161696"/>
                </a:lnTo>
                <a:cubicBezTo>
                  <a:pt x="102224" y="161187"/>
                  <a:pt x="103921" y="159030"/>
                  <a:pt x="103921" y="156895"/>
                </a:cubicBezTo>
                <a:lnTo>
                  <a:pt x="103921" y="151222"/>
                </a:lnTo>
                <a:cubicBezTo>
                  <a:pt x="103921" y="149088"/>
                  <a:pt x="102248" y="147754"/>
                  <a:pt x="100163" y="148263"/>
                </a:cubicBezTo>
                <a:close/>
                <a:moveTo>
                  <a:pt x="100163" y="121399"/>
                </a:moveTo>
                <a:lnTo>
                  <a:pt x="44421" y="134977"/>
                </a:lnTo>
                <a:cubicBezTo>
                  <a:pt x="42360" y="135486"/>
                  <a:pt x="40663" y="137644"/>
                  <a:pt x="40663" y="139778"/>
                </a:cubicBezTo>
                <a:lnTo>
                  <a:pt x="40663" y="145452"/>
                </a:lnTo>
                <a:cubicBezTo>
                  <a:pt x="40663" y="147585"/>
                  <a:pt x="42336" y="148918"/>
                  <a:pt x="44421" y="148409"/>
                </a:cubicBezTo>
                <a:lnTo>
                  <a:pt x="100163" y="134831"/>
                </a:lnTo>
                <a:cubicBezTo>
                  <a:pt x="102224" y="134322"/>
                  <a:pt x="103921" y="132164"/>
                  <a:pt x="103921" y="130031"/>
                </a:cubicBezTo>
                <a:lnTo>
                  <a:pt x="103921" y="124357"/>
                </a:lnTo>
                <a:cubicBezTo>
                  <a:pt x="103921" y="122223"/>
                  <a:pt x="102248" y="120889"/>
                  <a:pt x="100163" y="121399"/>
                </a:cubicBezTo>
                <a:close/>
                <a:moveTo>
                  <a:pt x="100163" y="94533"/>
                </a:moveTo>
                <a:lnTo>
                  <a:pt x="44421" y="108111"/>
                </a:lnTo>
                <a:cubicBezTo>
                  <a:pt x="42360" y="108621"/>
                  <a:pt x="40663" y="110779"/>
                  <a:pt x="40663" y="112913"/>
                </a:cubicBezTo>
                <a:lnTo>
                  <a:pt x="40663" y="118586"/>
                </a:lnTo>
                <a:cubicBezTo>
                  <a:pt x="40663" y="120720"/>
                  <a:pt x="42336" y="122053"/>
                  <a:pt x="44421" y="121544"/>
                </a:cubicBezTo>
                <a:lnTo>
                  <a:pt x="100163" y="107966"/>
                </a:lnTo>
                <a:cubicBezTo>
                  <a:pt x="102224" y="107457"/>
                  <a:pt x="103921" y="105300"/>
                  <a:pt x="103921" y="103166"/>
                </a:cubicBezTo>
                <a:lnTo>
                  <a:pt x="103921" y="97492"/>
                </a:lnTo>
                <a:cubicBezTo>
                  <a:pt x="103921" y="95358"/>
                  <a:pt x="102248" y="94025"/>
                  <a:pt x="100163" y="94533"/>
                </a:cubicBezTo>
                <a:close/>
                <a:moveTo>
                  <a:pt x="118324" y="39713"/>
                </a:moveTo>
                <a:cubicBezTo>
                  <a:pt x="120312" y="38961"/>
                  <a:pt x="123343" y="39398"/>
                  <a:pt x="125016" y="40707"/>
                </a:cubicBezTo>
                <a:lnTo>
                  <a:pt x="154379" y="63523"/>
                </a:lnTo>
                <a:cubicBezTo>
                  <a:pt x="156051" y="64832"/>
                  <a:pt x="157433" y="67645"/>
                  <a:pt x="157433" y="69778"/>
                </a:cubicBezTo>
                <a:lnTo>
                  <a:pt x="157433" y="213680"/>
                </a:lnTo>
                <a:cubicBezTo>
                  <a:pt x="157433" y="215814"/>
                  <a:pt x="155687" y="217560"/>
                  <a:pt x="153554" y="217560"/>
                </a:cubicBezTo>
                <a:lnTo>
                  <a:pt x="19326" y="217560"/>
                </a:lnTo>
                <a:lnTo>
                  <a:pt x="19305" y="217539"/>
                </a:lnTo>
                <a:lnTo>
                  <a:pt x="7759" y="217539"/>
                </a:lnTo>
                <a:cubicBezTo>
                  <a:pt x="3491" y="217539"/>
                  <a:pt x="0" y="214048"/>
                  <a:pt x="0" y="209781"/>
                </a:cubicBezTo>
                <a:cubicBezTo>
                  <a:pt x="0" y="205513"/>
                  <a:pt x="3491" y="202022"/>
                  <a:pt x="7759" y="202022"/>
                </a:cubicBezTo>
                <a:lnTo>
                  <a:pt x="15453" y="202022"/>
                </a:lnTo>
                <a:lnTo>
                  <a:pt x="15519" y="83284"/>
                </a:lnTo>
                <a:cubicBezTo>
                  <a:pt x="15519" y="81150"/>
                  <a:pt x="17144" y="78774"/>
                  <a:pt x="19132" y="77998"/>
                </a:cubicBezTo>
                <a:close/>
                <a:moveTo>
                  <a:pt x="148751" y="292"/>
                </a:moveTo>
                <a:cubicBezTo>
                  <a:pt x="150788" y="-363"/>
                  <a:pt x="153843" y="122"/>
                  <a:pt x="155540" y="1359"/>
                </a:cubicBezTo>
                <a:lnTo>
                  <a:pt x="185364" y="23156"/>
                </a:lnTo>
                <a:cubicBezTo>
                  <a:pt x="187060" y="24393"/>
                  <a:pt x="188467" y="27108"/>
                  <a:pt x="188467" y="29194"/>
                </a:cubicBezTo>
                <a:lnTo>
                  <a:pt x="188467" y="198651"/>
                </a:lnTo>
                <a:cubicBezTo>
                  <a:pt x="188467" y="200737"/>
                  <a:pt x="190213" y="202434"/>
                  <a:pt x="192347" y="202434"/>
                </a:cubicBezTo>
                <a:lnTo>
                  <a:pt x="206579" y="202434"/>
                </a:lnTo>
                <a:cubicBezTo>
                  <a:pt x="207088" y="202434"/>
                  <a:pt x="207573" y="202531"/>
                  <a:pt x="208009" y="202701"/>
                </a:cubicBezTo>
                <a:cubicBezTo>
                  <a:pt x="208664" y="202531"/>
                  <a:pt x="209319" y="202434"/>
                  <a:pt x="210022" y="202434"/>
                </a:cubicBezTo>
                <a:cubicBezTo>
                  <a:pt x="214313" y="202434"/>
                  <a:pt x="217781" y="205828"/>
                  <a:pt x="217805" y="209975"/>
                </a:cubicBezTo>
                <a:cubicBezTo>
                  <a:pt x="217805" y="214145"/>
                  <a:pt x="214338" y="217539"/>
                  <a:pt x="210046" y="217539"/>
                </a:cubicBezTo>
                <a:cubicBezTo>
                  <a:pt x="209343" y="217539"/>
                  <a:pt x="208640" y="217442"/>
                  <a:pt x="207985" y="217272"/>
                </a:cubicBezTo>
                <a:cubicBezTo>
                  <a:pt x="207549" y="217418"/>
                  <a:pt x="207088" y="217515"/>
                  <a:pt x="206603" y="217515"/>
                </a:cubicBezTo>
                <a:lnTo>
                  <a:pt x="176853" y="217515"/>
                </a:lnTo>
                <a:cubicBezTo>
                  <a:pt x="174719" y="217515"/>
                  <a:pt x="172973" y="215818"/>
                  <a:pt x="172973" y="213733"/>
                </a:cubicBezTo>
                <a:lnTo>
                  <a:pt x="172973" y="36734"/>
                </a:lnTo>
                <a:cubicBezTo>
                  <a:pt x="172973" y="34673"/>
                  <a:pt x="171567" y="31933"/>
                  <a:pt x="169870" y="30697"/>
                </a:cubicBezTo>
                <a:lnTo>
                  <a:pt x="152728" y="18186"/>
                </a:lnTo>
                <a:cubicBezTo>
                  <a:pt x="151007" y="16949"/>
                  <a:pt x="147975" y="16464"/>
                  <a:pt x="145939" y="17119"/>
                </a:cubicBezTo>
                <a:lnTo>
                  <a:pt x="73224" y="35764"/>
                </a:lnTo>
                <a:cubicBezTo>
                  <a:pt x="71430" y="36346"/>
                  <a:pt x="69951" y="38141"/>
                  <a:pt x="69611" y="39983"/>
                </a:cubicBezTo>
                <a:lnTo>
                  <a:pt x="69611" y="47742"/>
                </a:lnTo>
                <a:cubicBezTo>
                  <a:pt x="69611" y="51913"/>
                  <a:pt x="66144" y="55307"/>
                  <a:pt x="61852" y="55307"/>
                </a:cubicBezTo>
                <a:cubicBezTo>
                  <a:pt x="57561" y="55307"/>
                  <a:pt x="54094" y="51913"/>
                  <a:pt x="54094" y="47742"/>
                </a:cubicBezTo>
                <a:lnTo>
                  <a:pt x="54021" y="47742"/>
                </a:lnTo>
                <a:lnTo>
                  <a:pt x="54021" y="29848"/>
                </a:lnTo>
                <a:cubicBezTo>
                  <a:pt x="54021" y="27763"/>
                  <a:pt x="55670" y="25532"/>
                  <a:pt x="57706" y="24878"/>
                </a:cubicBezTo>
                <a:close/>
              </a:path>
            </a:pathLst>
          </a:custGeom>
          <a:solidFill>
            <a:srgbClr val="FFFFFF"/>
          </a:solidFill>
          <a:ln w="7469" cap="flat">
            <a:noFill/>
            <a:prstDash val="solid"/>
            <a:miter/>
          </a:ln>
        </p:spPr>
        <p:txBody>
          <a:bodyPr rtlCol="0" anchor="ctr"/>
          <a:lstStyle/>
          <a:p>
            <a:endParaRPr lang="en-US" sz="1350">
              <a:latin typeface="Arial" panose="020B0604020202020204" pitchFamily="34" charset="0"/>
              <a:sym typeface="Arial" panose="020B0604020202020204" pitchFamily="34" charset="0"/>
            </a:endParaRPr>
          </a:p>
        </p:txBody>
      </p:sp>
    </p:spTree>
    <p:custDataLst>
      <p:tags r:id="rId2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050925"/>
            <a:ext cx="8229600" cy="5075239"/>
          </a:xfrm>
        </p:spPr>
        <p:txBody>
          <a:bodyPr>
            <a:normAutofit fontScale="70000"/>
          </a:bodyPr>
          <a:lstStyle/>
          <a:p>
            <a:r>
              <a:rPr lang="en-US" altLang="en-US" dirty="0"/>
              <a:t>Conclusion</a:t>
            </a:r>
            <a:endParaRPr lang="en-US" altLang="en-US" dirty="0"/>
          </a:p>
          <a:p>
            <a:endParaRPr lang="en-US" altLang="en-US" dirty="0"/>
          </a:p>
          <a:p>
            <a:r>
              <a:rPr lang="en-US" altLang="en-US" dirty="0"/>
              <a:t>The Prescription Management System successfully provides a digital platform for managing prescriptions in a secure, efficient, and user-friendly manner. The system enables doctors to create electronic prescriptions, patients to access their medication records, and pharmacies to process prescriptions effectively. Features such as drug search, dosage validation, refill requests, prescription history, notifications, and adherence tracking help improve patient safety and reduce medication errors. By automating prescription-related processes, the system minimizes paperwork, enhances communication among healthcare stakeholders, and improves the overall quality of healthcare services.</a:t>
            </a:r>
            <a:endParaRPr lang="en-US" altLang="en-US"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lstStyle/>
          <a:p>
            <a:r>
              <a:rPr lang="en-US" altLang="en-IN"/>
              <a:t>Some information from Chat Gpt</a:t>
            </a:r>
            <a:endParaRPr lang="en-US" altLang="en-IN"/>
          </a:p>
          <a:p>
            <a:r>
              <a:rPr lang="en-US" altLang="en-IN"/>
              <a:t>.Used Languages are</a:t>
            </a:r>
            <a:endParaRPr lang="en-US" altLang="en-IN"/>
          </a:p>
          <a:p>
            <a:r>
              <a:rPr lang="en-US" altLang="en-IN"/>
              <a:t>HTML</a:t>
            </a:r>
            <a:endParaRPr lang="en-US" altLang="en-IN"/>
          </a:p>
          <a:p>
            <a:r>
              <a:rPr lang="en-US" altLang="en-IN"/>
              <a:t>CSS</a:t>
            </a:r>
            <a:endParaRPr lang="en-US" altLang="en-IN"/>
          </a:p>
          <a:p>
            <a:r>
              <a:rPr lang="en-US" altLang="en-IN"/>
              <a:t>Java Script</a:t>
            </a:r>
            <a:endParaRPr lang="en-US" altLang="en-IN"/>
          </a:p>
          <a:p>
            <a:r>
              <a:rPr lang="en-US" altLang="en-IN"/>
              <a:t>SQL</a:t>
            </a:r>
            <a:endParaRPr lang="en-US" altLang="en-IN"/>
          </a:p>
          <a:p>
            <a:r>
              <a:rPr lang="en-US" altLang="en-IN"/>
              <a:t>Boot Strap</a:t>
            </a:r>
            <a:endParaRPr lang="en-US" altLang="en-IN"/>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a:t>Future 	Scope:</a:t>
            </a:r>
            <a:endParaRPr lang="en-US" altLang="en-US"/>
          </a:p>
          <a:p>
            <a:r>
              <a:rPr lang="en-US" altLang="en-US"/>
              <a:t>The Prescription Management System can be further enhanced by integrating advanced technologies such as Artificial Intelligence, Cloud Computing, Mobile Applications, and Telemedicine services, transforming it into a comprehensive digital healthcare solution that supports smarter, safer, and more accessible healthcare delivery.</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 Mappings</a:t>
            </a:r>
            <a:endParaRPr lang="en-US"/>
          </a:p>
        </p:txBody>
      </p:sp>
      <p:sp>
        <p:nvSpPr>
          <p:cNvPr id="3" name="Content Placeholder 2"/>
          <p:cNvSpPr>
            <a:spLocks noGrp="1"/>
          </p:cNvSpPr>
          <p:nvPr>
            <p:ph idx="1"/>
          </p:nvPr>
        </p:nvSpPr>
        <p:spPr/>
        <p:txBody>
          <a:bodyPr>
            <a:normAutofit/>
          </a:bodyPr>
          <a:p>
            <a:r>
              <a:rPr lang="en-US"/>
              <a:t>CO 1 : </a:t>
            </a:r>
            <a:r>
              <a:rPr lang="en-US" altLang="en-US">
                <a:sym typeface="+mn-ea"/>
              </a:rPr>
              <a:t>Apply HTML5, CSS3, and JavaScript fundamentals to design responsive web pages. (Used in homepage, forms, styling, navigation.)</a:t>
            </a:r>
            <a:endParaRPr lang="en-US" altLang="en-US">
              <a:sym typeface="+mn-ea"/>
            </a:endParaRPr>
          </a:p>
          <a:p>
            <a:r>
              <a:rPr lang="en-US">
                <a:sym typeface="+mn-ea"/>
              </a:rPr>
              <a:t>CO 2 : </a:t>
            </a:r>
            <a:r>
              <a:rPr lang="en-US" altLang="en-US"/>
              <a:t>Develop reusable React components and implement component-based architecture. (Used in Navbar, Dashboard, Login, Prescription Form components.)</a:t>
            </a:r>
            <a:endParaRPr lang="en-US" altLang="en-US"/>
          </a:p>
          <a:p>
            <a:endParaRPr lang="en-US" altLang="en-US"/>
          </a:p>
          <a:p>
            <a:endParaRPr lang="en-US"/>
          </a:p>
        </p:txBody>
      </p:sp>
      <p:graphicFrame>
        <p:nvGraphicFramePr>
          <p:cNvPr id="4" name="Table 3"/>
          <p:cNvGraphicFramePr/>
          <p:nvPr/>
        </p:nvGraphicFramePr>
        <p:xfrm>
          <a:off x="2971800" y="433324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nvGraphicFramePr>
        <p:xfrm>
          <a:off x="640080" y="3429000"/>
          <a:ext cx="7863840" cy="314960"/>
        </p:xfrm>
        <a:graphic>
          <a:graphicData uri="http://schemas.openxmlformats.org/drawingml/2006/table">
            <a:tbl>
              <a:tblPr/>
              <a:tblGrid>
                <a:gridCol w="7863840"/>
              </a:tblGrid>
              <a:tr h="31496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nvGraphicFramePr>
        <p:xfrm>
          <a:off x="2057400" y="5090160"/>
          <a:ext cx="7863840" cy="0"/>
        </p:xfrm>
        <a:graphic>
          <a:graphicData uri="http://schemas.openxmlformats.org/drawingml/2006/table">
            <a:tbl>
              <a:tblPr/>
              <a:tblGrid>
                <a:gridCol w="7863840"/>
              </a:tblGrid>
              <a:tr h="16764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8" name="Table 7"/>
          <p:cNvGraphicFramePr/>
          <p:nvPr/>
        </p:nvGraphicFramePr>
        <p:xfrm>
          <a:off x="1981200" y="365760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9" name="Table 8"/>
          <p:cNvGraphicFramePr/>
          <p:nvPr/>
        </p:nvGraphicFramePr>
        <p:xfrm>
          <a:off x="640080" y="342900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CO 3 : </a:t>
            </a:r>
            <a:r>
              <a:rPr>
                <a:sym typeface="+mn-ea"/>
              </a:rPr>
              <a:t>Implement state management, event handling, and form validation in React applications. (Used in patient forms, prescription forms, login validation.)</a:t>
            </a:r>
          </a:p>
          <a:p>
            <a:r>
              <a:rPr lang="en-US"/>
              <a:t>CO 4 : </a:t>
            </a:r>
            <a:r>
              <a:rPr lang="en-US" altLang="en-US"/>
              <a:t>Design and develop dynamic single-page applications using React.js and modern frontend frameworks. (Apollo Hospital Portal developed as a React SPA.)</a:t>
            </a:r>
            <a:endParaRPr lang="en-US" altLang="en-US"/>
          </a:p>
        </p:txBody>
      </p:sp>
      <p:graphicFrame>
        <p:nvGraphicFramePr>
          <p:cNvPr id="4" name="Table 3"/>
          <p:cNvGraphicFramePr/>
          <p:nvPr/>
        </p:nvGraphicFramePr>
        <p:xfrm>
          <a:off x="640080" y="317754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nvGraphicFramePr>
        <p:xfrm>
          <a:off x="640080" y="334518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CO 5 : </a:t>
            </a:r>
            <a:r>
              <a:rPr>
                <a:sym typeface="+mn-ea"/>
              </a:rPr>
              <a:t>Integrate frontend applications with backend services and manage data effectively. (Patient records, prescriptions, doctor information, database connectivity.)</a:t>
            </a:r>
          </a:p>
          <a:p>
            <a:r>
              <a:rPr lang="en-US"/>
              <a:t>CO 6 : </a:t>
            </a:r>
            <a:r>
              <a:rPr lang="en-US" altLang="en-US"/>
              <a:t>Deploy, test, debug, and maintain web applications using modern development tools. (VS Code, npm, Vite, GitHub, localhost testing, debugging.)</a:t>
            </a:r>
            <a:endParaRPr lang="en-US" altLang="en-US"/>
          </a:p>
        </p:txBody>
      </p:sp>
      <p:graphicFrame>
        <p:nvGraphicFramePr>
          <p:cNvPr id="4" name="Table 3"/>
          <p:cNvGraphicFramePr/>
          <p:nvPr/>
        </p:nvGraphicFramePr>
        <p:xfrm>
          <a:off x="640080" y="317754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nvGraphicFramePr>
        <p:xfrm>
          <a:off x="640080" y="3345180"/>
          <a:ext cx="7863840" cy="0"/>
        </p:xfrm>
        <a:graphic>
          <a:graphicData uri="http://schemas.openxmlformats.org/drawingml/2006/table">
            <a:tbl>
              <a:tblPr/>
              <a:tblGrid>
                <a:gridCol w="7863840"/>
              </a:tblGrid>
              <a:tr h="0">
                <a:tc>
                  <a:txBody>
                    <a:bodyPr/>
                    <a:p>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wpp_generatetext" val="1"/>
</p:tagLst>
</file>

<file path=ppt/tags/tag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1"/>
  <p:tag name="KSO_WM_UNIT_VALUE" val="29"/>
  <p:tag name="KSO_WM_TEMPLATE_INDEX" val="20238249"/>
  <p:tag name="KSO_WM_UNIT_ID" val="custom20238249_1*a*1"/>
  <p:tag name="KSO_WM_UNIT_PRESET_TEXT" val="Your title here"/>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49_1*i*1"/>
  <p:tag name="KSO_WM_TEMPLATE_CATEGORY" val="custom"/>
  <p:tag name="KSO_WM_TEMPLATE_INDEX" val="20238249"/>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8.xml><?xml version="1.0" encoding="utf-8"?>
<p:tagLst xmlns:p="http://schemas.openxmlformats.org/presentationml/2006/main">
  <p:tag name="KSO_WM_UNIT_VALUE" val="1233*871"/>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249_1*d*1"/>
  <p:tag name="KSO_WM_TEMPLATE_CATEGORY" val="custom"/>
  <p:tag name="KSO_WM_TEMPLATE_INDEX" val="20238249"/>
  <p:tag name="KSO_WM_UNIT_LAYERLEVEL" val="1"/>
  <p:tag name="KSO_WM_TAG_VERSION" val="3.0"/>
  <p:tag name="KSO_WM_BEAUTIFY_FLAG" val="#wm#"/>
  <p:tag name="KSO_WM_UNIT_LINE_FORE_SCHEMECOLOR_INDEX" val="13"/>
  <p:tag name="KSO_WM_UNIT_LINE_FILL_TYPE" val="2"/>
  <p:tag name="KSO_WM_UNIT_SHADOW_SCHEMECOLOR_INDEX" val="13"/>
  <p:tag name="KSO_WM_UNIT_USESOURCEFORMAT_APPLY" val="1"/>
</p:tagLst>
</file>

<file path=ppt/tags/tag9.xml><?xml version="1.0" encoding="utf-8"?>
<p:tagLst xmlns:p="http://schemas.openxmlformats.org/presentationml/2006/main">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7924_3*l_h_i*1_2_2"/>
  <p:tag name="KSO_WM_TEMPLATE_CATEGORY" val="diagram"/>
  <p:tag name="KSO_WM_TEMPLATE_INDEX" val="20237924"/>
  <p:tag name="KSO_WM_UNIT_LAYERLEVEL" val="1_1_1"/>
  <p:tag name="KSO_WM_TAG_VERSION" val="3.0"/>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7924_3*l_h_i*1_2_1"/>
  <p:tag name="KSO_WM_TEMPLATE_CATEGORY" val="diagram"/>
  <p:tag name="KSO_WM_TEMPLATE_INDEX" val="20237924"/>
  <p:tag name="KSO_WM_UNIT_LAYERLEVEL" val="1_1_1"/>
  <p:tag name="KSO_WM_TAG_VERSION" val="3.0"/>
  <p:tag name="KSO_WM_BEAUTIFY_FLAG" val="#wm#"/>
  <p:tag name="KSO_WM_UNIT_PRESET_TEXT" val="02"/>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11.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24_3*l_h_f*1_2_1"/>
  <p:tag name="KSO_WM_TEMPLATE_CATEGORY" val="diagram"/>
  <p:tag name="KSO_WM_TEMPLATE_INDEX" val="20237924"/>
  <p:tag name="KSO_WM_UNIT_LAYERLEVEL" val="1_1_1"/>
  <p:tag name="KSO_WM_TAG_VERSION" val="3.0"/>
  <p:tag name="KSO_WM_BEAUTIFY_FLAG" val="#wm#"/>
  <p:tag name="KSO_WM_UNIT_PRESET_TEXT" val="Presentations are communication tools that can be used as demonstrations, lectures, speeches, reports, and more."/>
  <p:tag name="KSO_WM_UNIT_TEXT_FILL_FORE_SCHEMECOLOR_INDEX" val="1"/>
  <p:tag name="KSO_WM_UNIT_TEXT_FILL_TYPE" val="1"/>
  <p:tag name="KSO_WM_UNIT_USESOURCEFORMAT_APPLY" val="1"/>
</p:tagLst>
</file>

<file path=ppt/tags/tag12.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24_3*l_h_a*1_2_1"/>
  <p:tag name="KSO_WM_TEMPLATE_CATEGORY" val="diagram"/>
  <p:tag name="KSO_WM_TEMPLATE_INDEX" val="2023792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13.xml><?xml version="1.0" encoding="utf-8"?>
<p:tagLst xmlns:p="http://schemas.openxmlformats.org/presentationml/2006/main">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7924_3*l_h_i*1_1_2"/>
  <p:tag name="KSO_WM_TEMPLATE_CATEGORY" val="diagram"/>
  <p:tag name="KSO_WM_TEMPLATE_INDEX" val="20237924"/>
  <p:tag name="KSO_WM_UNIT_LAYERLEVEL" val="1_1_1"/>
  <p:tag name="KSO_WM_TAG_VERSION" val="3.0"/>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7924_3*l_h_i*1_1_1"/>
  <p:tag name="KSO_WM_TEMPLATE_CATEGORY" val="diagram"/>
  <p:tag name="KSO_WM_TEMPLATE_INDEX" val="20237924"/>
  <p:tag name="KSO_WM_UNIT_LAYERLEVEL" val="1_1_1"/>
  <p:tag name="KSO_WM_TAG_VERSION" val="3.0"/>
  <p:tag name="KSO_WM_BEAUTIFY_FLAG" val="#wm#"/>
  <p:tag name="KSO_WM_UNIT_PRESET_TEXT" val="01"/>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15.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24_3*l_h_f*1_1_1"/>
  <p:tag name="KSO_WM_TEMPLATE_CATEGORY" val="diagram"/>
  <p:tag name="KSO_WM_TEMPLATE_INDEX" val="20237924"/>
  <p:tag name="KSO_WM_UNIT_LAYERLEVEL" val="1_1_1"/>
  <p:tag name="KSO_WM_TAG_VERSION" val="3.0"/>
  <p:tag name="KSO_WM_BEAUTIFY_FLAG" val="#wm#"/>
  <p:tag name="KSO_WM_UNIT_PRESET_TEXT" val="Presentations are communication tools that can be used as demonstrations, lectures, speeches, reports, and more."/>
  <p:tag name="KSO_WM_UNIT_TEXT_FILL_FORE_SCHEMECOLOR_INDEX" val="1"/>
  <p:tag name="KSO_WM_UNIT_TEXT_FILL_TYPE" val="1"/>
  <p:tag name="KSO_WM_UNIT_USESOURCEFORMAT_APPLY" val="1"/>
</p:tagLst>
</file>

<file path=ppt/tags/tag16.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24_3*l_h_a*1_1_1"/>
  <p:tag name="KSO_WM_TEMPLATE_CATEGORY" val="diagram"/>
  <p:tag name="KSO_WM_TEMPLATE_INDEX" val="2023792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17.xml><?xml version="1.0" encoding="utf-8"?>
<p:tagLst xmlns:p="http://schemas.openxmlformats.org/presentationml/2006/main">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7924_3*l_h_i*1_4_2"/>
  <p:tag name="KSO_WM_TEMPLATE_CATEGORY" val="diagram"/>
  <p:tag name="KSO_WM_TEMPLATE_INDEX" val="20237924"/>
  <p:tag name="KSO_WM_UNIT_LAYERLEVEL" val="1_1_1"/>
  <p:tag name="KSO_WM_TAG_VERSION" val="3.0"/>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1"/>
</p:tagLst>
</file>

<file path=ppt/tags/tag18.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7924_3*l_h_i*1_4_1"/>
  <p:tag name="KSO_WM_TEMPLATE_CATEGORY" val="diagram"/>
  <p:tag name="KSO_WM_TEMPLATE_INDEX" val="20237924"/>
  <p:tag name="KSO_WM_UNIT_LAYERLEVEL" val="1_1_1"/>
  <p:tag name="KSO_WM_TAG_VERSION" val="3.0"/>
  <p:tag name="KSO_WM_BEAUTIFY_FLAG" val="#wm#"/>
  <p:tag name="KSO_WM_UNIT_PRESET_TEXT" val="04"/>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19.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7924_3*l_h_f*1_4_1"/>
  <p:tag name="KSO_WM_TEMPLATE_CATEGORY" val="diagram"/>
  <p:tag name="KSO_WM_TEMPLATE_INDEX" val="20237924"/>
  <p:tag name="KSO_WM_UNIT_LAYERLEVEL" val="1_1_1"/>
  <p:tag name="KSO_WM_TAG_VERSION" val="3.0"/>
  <p:tag name="KSO_WM_BEAUTIFY_FLAG" val="#wm#"/>
  <p:tag name="KSO_WM_UNIT_PRESET_TEXT" val="Presentations are communication tools that can be used as demonstrations, lectures, speeches, reports, and more."/>
  <p:tag name="KSO_WM_UNIT_TEXT_FILL_FORE_SCHEMECOLOR_INDEX" val="1"/>
  <p:tag name="KSO_WM_UNIT_TEXT_FILL_TYPE" val="1"/>
  <p:tag name="KSO_WM_UNIT_USESOURCEFORMAT_APPLY" val="1"/>
</p:tagLst>
</file>

<file path=ppt/tags/tag20.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7924_3*l_h_a*1_4_1"/>
  <p:tag name="KSO_WM_TEMPLATE_CATEGORY" val="diagram"/>
  <p:tag name="KSO_WM_TEMPLATE_INDEX" val="2023792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21.xml><?xml version="1.0" encoding="utf-8"?>
<p:tagLst xmlns:p="http://schemas.openxmlformats.org/presentationml/2006/main">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7924_3*l_h_i*1_3_2"/>
  <p:tag name="KSO_WM_TEMPLATE_CATEGORY" val="diagram"/>
  <p:tag name="KSO_WM_TEMPLATE_INDEX" val="20237924"/>
  <p:tag name="KSO_WM_UNIT_LAYERLEVEL" val="1_1_1"/>
  <p:tag name="KSO_WM_TAG_VERSION" val="3.0"/>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1"/>
</p:tagLst>
</file>

<file path=ppt/tags/tag22.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7924_3*l_h_i*1_3_1"/>
  <p:tag name="KSO_WM_TEMPLATE_CATEGORY" val="diagram"/>
  <p:tag name="KSO_WM_TEMPLATE_INDEX" val="20237924"/>
  <p:tag name="KSO_WM_UNIT_LAYERLEVEL" val="1_1_1"/>
  <p:tag name="KSO_WM_TAG_VERSION" val="3.0"/>
  <p:tag name="KSO_WM_BEAUTIFY_FLAG" val="#wm#"/>
  <p:tag name="KSO_WM_UNIT_PRESET_TEXT" val="03"/>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23.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24_3*l_h_f*1_3_1"/>
  <p:tag name="KSO_WM_TEMPLATE_CATEGORY" val="diagram"/>
  <p:tag name="KSO_WM_TEMPLATE_INDEX" val="20237924"/>
  <p:tag name="KSO_WM_UNIT_LAYERLEVEL" val="1_1_1"/>
  <p:tag name="KSO_WM_TAG_VERSION" val="3.0"/>
  <p:tag name="KSO_WM_BEAUTIFY_FLAG" val="#wm#"/>
  <p:tag name="KSO_WM_UNIT_PRESET_TEXT" val="Presentations are communication tools that can be used as demonstrations, lectures, speeches, reports, and more."/>
  <p:tag name="KSO_WM_UNIT_TEXT_FILL_FORE_SCHEMECOLOR_INDEX" val="1"/>
  <p:tag name="KSO_WM_UNIT_TEXT_FILL_TYPE" val="1"/>
  <p:tag name="KSO_WM_UNIT_USESOURCEFORMAT_APPLY" val="1"/>
</p:tagLst>
</file>

<file path=ppt/tags/tag24.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65.6499938964844,&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24_3*l_h_a*1_3_1"/>
  <p:tag name="KSO_WM_TEMPLATE_CATEGORY" val="diagram"/>
  <p:tag name="KSO_WM_TEMPLATE_INDEX" val="2023792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2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58.4*365.65"/>
  <p:tag name="KSO_WM_SLIDE_POSITION" val="346.8*107.375"/>
  <p:tag name="KSO_WM_SLIDE_LAYOUT" val="a_d_l"/>
  <p:tag name="KSO_WM_SLIDE_LAYOUT_CNT" val="1_1_1"/>
  <p:tag name="KSO_WM_SPECIAL_SOURCE" val="bdnull"/>
  <p:tag name="KSO_WM_DIAGRAM_GROUP_CODE" val="l1-1"/>
  <p:tag name="KSO_WM_SLIDE_DIAGTYPE" val="l"/>
  <p:tag name="KSO_WM_TEMPLATE_INDEX" val="20238249"/>
  <p:tag name="KSO_WM_TEMPLATE_SUBCATEGORY" val="0"/>
  <p:tag name="KSO_WM_SLIDE_INDEX" val="1"/>
  <p:tag name="KSO_WM_TAG_VERSION" val="3.0"/>
  <p:tag name="KSO_WM_SLIDE_ID" val="custom20238249_1"/>
  <p:tag name="KSO_WM_SLIDE_ITEM_CNT" val="3"/>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324_1*i*1"/>
  <p:tag name="KSO_WM_TEMPLATE_CATEGORY" val="custom"/>
  <p:tag name="KSO_WM_TEMPLATE_INDEX" val="20238324"/>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2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8324"/>
  <p:tag name="KSO_WM_UNIT_ID" val="custom20238324_1*a*1"/>
  <p:tag name="KSO_WM_UNIT_USESOURCEFORMAT_APPLY" val="1"/>
  <p:tag name="KSO_WM_UNIT_PRESET_TEXT" val="The title goes here"/>
</p:tagLst>
</file>

<file path=ppt/tags/tag28.xml><?xml version="1.0" encoding="utf-8"?>
<p:tagLst xmlns:p="http://schemas.openxmlformats.org/presentationml/2006/main">
  <p:tag name="KSO_WM_UNIT_VALUE" val="759*1229"/>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324_1*d*1"/>
  <p:tag name="KSO_WM_TEMPLATE_CATEGORY" val="custom"/>
  <p:tag name="KSO_WM_TEMPLATE_INDEX" val="20238324"/>
  <p:tag name="KSO_WM_UNIT_LAYERLEVEL" val="1"/>
  <p:tag name="KSO_WM_TAG_VERSION" val="3.0"/>
  <p:tag name="KSO_WM_BEAUTIFY_FLAG" val="#wm#"/>
  <p:tag name="KSO_WM_UNIT_LINE_FORE_SCHEMECOLOR_INDEX" val="5"/>
  <p:tag name="KSO_WM_UNIT_LINE_FILL_TYPE" val="2"/>
  <p:tag name="KSO_WM_UNIT_USESOURCEFORMAT_APPLY" val="1"/>
</p:tagLst>
</file>

<file path=ppt/tags/tag29.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7947_5*l_h_i*1_1_1"/>
  <p:tag name="KSO_WM_TEMPLATE_CATEGORY" val="diagram"/>
  <p:tag name="KSO_WM_TEMPLATE_INDEX" val="20237947"/>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USESOURCEFORMAT_APPLY" val="1"/>
</p:tagLst>
</file>

<file path=ppt/tags/tag30.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47_5*l_h_a*1_1_1"/>
  <p:tag name="KSO_WM_TEMPLATE_CATEGORY" val="diagram"/>
  <p:tag name="KSO_WM_TEMPLATE_INDEX" val="20237947"/>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31.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47_5*l_h_f*1_1_1"/>
  <p:tag name="KSO_WM_TEMPLATE_CATEGORY" val="diagram"/>
  <p:tag name="KSO_WM_TEMPLATE_INDEX" val="2023794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32.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7947_5*l_h_i*1_2_1"/>
  <p:tag name="KSO_WM_TEMPLATE_CATEGORY" val="diagram"/>
  <p:tag name="KSO_WM_TEMPLATE_INDEX" val="20237947"/>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USESOURCEFORMAT_APPLY" val="1"/>
</p:tagLst>
</file>

<file path=ppt/tags/tag33.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47_5*l_h_a*1_2_1"/>
  <p:tag name="KSO_WM_TEMPLATE_CATEGORY" val="diagram"/>
  <p:tag name="KSO_WM_TEMPLATE_INDEX" val="20237947"/>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34.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47_5*l_h_f*1_2_1"/>
  <p:tag name="KSO_WM_TEMPLATE_CATEGORY" val="diagram"/>
  <p:tag name="KSO_WM_TEMPLATE_INDEX" val="2023794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35.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7947_5*l_h_i*1_3_1"/>
  <p:tag name="KSO_WM_TEMPLATE_CATEGORY" val="diagram"/>
  <p:tag name="KSO_WM_TEMPLATE_INDEX" val="20237947"/>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USESOURCEFORMAT_APPLY" val="1"/>
</p:tagLst>
</file>

<file path=ppt/tags/tag36.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47_5*l_h_a*1_3_1"/>
  <p:tag name="KSO_WM_TEMPLATE_CATEGORY" val="diagram"/>
  <p:tag name="KSO_WM_TEMPLATE_INDEX" val="20237947"/>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37.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47_5*l_h_f*1_3_1"/>
  <p:tag name="KSO_WM_TEMPLATE_CATEGORY" val="diagram"/>
  <p:tag name="KSO_WM_TEMPLATE_INDEX" val="2023794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38.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7947_5*l_h_a*1_5_1"/>
  <p:tag name="KSO_WM_TEMPLATE_CATEGORY" val="diagram"/>
  <p:tag name="KSO_WM_TEMPLATE_INDEX" val="20237947"/>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39.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7947_5*l_h_f*1_5_1"/>
  <p:tag name="KSO_WM_TEMPLATE_CATEGORY" val="diagram"/>
  <p:tag name="KSO_WM_TEMPLATE_INDEX" val="2023794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40.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7947_5*l_h_a*1_4_1"/>
  <p:tag name="KSO_WM_TEMPLATE_CATEGORY" val="diagram"/>
  <p:tag name="KSO_WM_TEMPLATE_INDEX" val="20237947"/>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41.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7947_5*l_h_f*1_4_1"/>
  <p:tag name="KSO_WM_TEMPLATE_CATEGORY" val="diagram"/>
  <p:tag name="KSO_WM_TEMPLATE_INDEX" val="2023794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42.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7947_5*l_h_i*1_4_1"/>
  <p:tag name="KSO_WM_TEMPLATE_CATEGORY" val="diagram"/>
  <p:tag name="KSO_WM_TEMPLATE_INDEX" val="20237947"/>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USESOURCEFORMAT_APPLY" val="1"/>
</p:tagLst>
</file>

<file path=ppt/tags/tag43.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37947_5*l_h_i*1_5_1"/>
  <p:tag name="KSO_WM_TEMPLATE_CATEGORY" val="diagram"/>
  <p:tag name="KSO_WM_TEMPLATE_INDEX" val="20237947"/>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USESOURCEFORMAT_APPLY" val="1"/>
</p:tagLst>
</file>

<file path=ppt/tags/tag44.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61*56"/>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7947_5*l_h_x*1_1_1"/>
  <p:tag name="KSO_WM_TEMPLATE_CATEGORY" val="diagram"/>
  <p:tag name="KSO_WM_TEMPLATE_INDEX" val="20237947"/>
  <p:tag name="KSO_WM_UNIT_LAYERLEVEL" val="1_1_1"/>
  <p:tag name="KSO_WM_TAG_VERSION" val="3.0"/>
  <p:tag name="KSO_WM_BEAUTIFY_FLAG" val="#wm#"/>
  <p:tag name="KSO_WM_UNIT_TEXT_FILL_FORE_SCHEMECOLOR_INDEX" val="13"/>
  <p:tag name="KSO_WM_UNIT_TEXT_FILL_TYPE" val="1"/>
  <p:tag name="KSO_WM_UNIT_USESOURCEFORMAT_APPLY" val="1"/>
</p:tagLst>
</file>

<file path=ppt/tags/tag45.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61*61"/>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7947_5*l_h_x*1_2_1"/>
  <p:tag name="KSO_WM_TEMPLATE_CATEGORY" val="diagram"/>
  <p:tag name="KSO_WM_TEMPLATE_INDEX" val="20237947"/>
  <p:tag name="KSO_WM_UNIT_LAYERLEVEL" val="1_1_1"/>
  <p:tag name="KSO_WM_TAG_VERSION" val="3.0"/>
  <p:tag name="KSO_WM_BEAUTIFY_FLAG" val="#wm#"/>
  <p:tag name="KSO_WM_UNIT_TEXT_FILL_FORE_SCHEMECOLOR_INDEX" val="13"/>
  <p:tag name="KSO_WM_UNIT_TEXT_FILL_TYPE" val="1"/>
  <p:tag name="KSO_WM_UNIT_USESOURCEFORMAT_APPLY" val="1"/>
</p:tagLst>
</file>

<file path=ppt/tags/tag46.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61*52"/>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7947_5*l_h_x*1_3_1"/>
  <p:tag name="KSO_WM_TEMPLATE_CATEGORY" val="diagram"/>
  <p:tag name="KSO_WM_TEMPLATE_INDEX" val="20237947"/>
  <p:tag name="KSO_WM_UNIT_LAYERLEVEL" val="1_1_1"/>
  <p:tag name="KSO_WM_TAG_VERSION" val="3.0"/>
  <p:tag name="KSO_WM_BEAUTIFY_FLAG" val="#wm#"/>
  <p:tag name="KSO_WM_UNIT_TEXT_FILL_FORE_SCHEMECOLOR_INDEX" val="13"/>
  <p:tag name="KSO_WM_UNIT_TEXT_FILL_TYPE" val="1"/>
  <p:tag name="KSO_WM_UNIT_USESOURCEFORMAT_APPLY" val="1"/>
</p:tagLst>
</file>

<file path=ppt/tags/tag47.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56*61"/>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7947_5*l_h_x*1_4_1"/>
  <p:tag name="KSO_WM_TEMPLATE_CATEGORY" val="diagram"/>
  <p:tag name="KSO_WM_TEMPLATE_INDEX" val="20237947"/>
  <p:tag name="KSO_WM_UNIT_LAYERLEVEL" val="1_1_1"/>
  <p:tag name="KSO_WM_TAG_VERSION" val="3.0"/>
  <p:tag name="KSO_WM_BEAUTIFY_FLAG" val="#wm#"/>
  <p:tag name="KSO_WM_UNIT_TEXT_FILL_FORE_SCHEMECOLOR_INDEX" val="13"/>
  <p:tag name="KSO_WM_UNIT_TEXT_FILL_TYPE" val="1"/>
  <p:tag name="KSO_WM_UNIT_USESOURCEFORMAT_APPLY" val="1"/>
</p:tagLst>
</file>

<file path=ppt/tags/tag48.xml><?xml version="1.0" encoding="utf-8"?>
<p:tagLst xmlns:p="http://schemas.openxmlformats.org/presentationml/2006/main">
  <p:tag name="KSO_WM_DIAGRAM_MAX_ITEMCNT" val="5"/>
  <p:tag name="KSO_WM_DIAGRAM_MIN_ITEMCNT" val="1"/>
  <p:tag name="KSO_WM_DIAGRAM_VIRTUALLY_FRAME" val="{&quot;height&quot;:184.14999389648438,&quot;width&quot;:850.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60*60"/>
  <p:tag name="KSO_WM_UNIT_HIGHLIGHT" val="0"/>
  <p:tag name="KSO_WM_UNIT_COMPATIBLE" val="0"/>
  <p:tag name="KSO_WM_UNIT_DIAGRAM_ISNUMVISUAL" val="0"/>
  <p:tag name="KSO_WM_UNIT_DIAGRAM_ISREFERUNIT" val="0"/>
  <p:tag name="KSO_WM_DIAGRAM_GROUP_CODE" val="l1-1"/>
  <p:tag name="KSO_WM_UNIT_TYPE" val="l_h_x"/>
  <p:tag name="KSO_WM_UNIT_INDEX" val="1_5_1"/>
  <p:tag name="KSO_WM_UNIT_ID" val="diagram20237947_5*l_h_x*1_5_1"/>
  <p:tag name="KSO_WM_TEMPLATE_CATEGORY" val="diagram"/>
  <p:tag name="KSO_WM_TEMPLATE_INDEX" val="20237947"/>
  <p:tag name="KSO_WM_UNIT_LAYERLEVEL" val="1_1_1"/>
  <p:tag name="KSO_WM_TAG_VERSION" val="3.0"/>
  <p:tag name="KSO_WM_BEAUTIFY_FLAG" val="#wm#"/>
  <p:tag name="KSO_WM_UNIT_TEXT_FILL_FORE_SCHEMECOLOR_INDEX" val="13"/>
  <p:tag name="KSO_WM_UNIT_TEXT_FILL_TYPE" val="1"/>
  <p:tag name="KSO_WM_UNIT_USESOURCEFORMAT_APPLY" val="1"/>
</p:tagLst>
</file>

<file path=ppt/tags/tag49.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850.25*180.95"/>
  <p:tag name="KSO_WM_SLIDE_POSITION" val="52.85*301.65"/>
  <p:tag name="KSO_WM_SLIDE_LAYOUT" val="a_d_l"/>
  <p:tag name="KSO_WM_SLIDE_LAYOUT_CNT" val="1_1_1"/>
  <p:tag name="KSO_WM_SPECIAL_SOURCE" val="bdnull"/>
  <p:tag name="KSO_WM_DIAGRAM_GROUP_CODE" val="l1-1"/>
  <p:tag name="KSO_WM_SLIDE_DIAGTYPE" val="l"/>
  <p:tag name="KSO_WM_TEMPLATE_INDEX" val="20238324"/>
  <p:tag name="KSO_WM_TEMPLATE_SUBCATEGORY" val="0"/>
  <p:tag name="KSO_WM_SLIDE_INDEX" val="1"/>
  <p:tag name="KSO_WM_TAG_VERSION" val="3.0"/>
  <p:tag name="KSO_WM_SLIDE_ID" val="custom20238324_1"/>
  <p:tag name="KSO_WM_SLIDE_ITEM_CNT"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8121</Words>
  <Application>WPS Presentation</Application>
  <PresentationFormat>On-screen Show (4:3)</PresentationFormat>
  <Paragraphs>153</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Times New Roman</vt:lpstr>
      <vt:lpstr>Aptos</vt:lpstr>
      <vt:lpstr>Segoe UI</vt:lpstr>
      <vt:lpstr>Microsoft YaHei</vt:lpstr>
      <vt:lpstr>Arial Unicode MS</vt:lpstr>
      <vt:lpstr>Calibri</vt:lpstr>
      <vt:lpstr>Office Theme</vt:lpstr>
      <vt:lpstr> A Project Review Meeting    on  Prescription Management System</vt:lpstr>
      <vt:lpstr>Abstract</vt:lpstr>
      <vt:lpstr>Introduction</vt:lpstr>
      <vt:lpstr>PowerPoint 演示文稿</vt:lpstr>
      <vt:lpstr>Problem Statement </vt:lpstr>
      <vt:lpstr>Project Flow Diagram</vt:lpstr>
      <vt:lpstr>Objectives with Justification </vt:lpstr>
      <vt:lpstr>PowerPoint 演示文稿</vt:lpstr>
      <vt:lpstr>Your title here</vt:lpstr>
      <vt:lpstr>Expected Outcomes of the Proposed Work </vt:lpstr>
      <vt:lpstr>Expected Outcomes of the Proposed Work</vt:lpstr>
      <vt:lpstr>Conclusion and Future Scope</vt:lpstr>
      <vt:lpstr>References </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Gss Gyanadeep</cp:lastModifiedBy>
  <cp:revision>201</cp:revision>
  <dcterms:created xsi:type="dcterms:W3CDTF">2006-08-16T00:00:00Z</dcterms:created>
  <dcterms:modified xsi:type="dcterms:W3CDTF">2026-06-19T03:45:02Z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FF34BF4A5BA4491983B1D4BE06298BBB_13</vt:lpwstr>
  </property>
  <property fmtid="{D5CDD505-2E9C-101B-9397-08002B2CF9AE}" pid="3" name="KSOProductBuildVer">
    <vt:lpwstr>1033-12.2.0.23196</vt:lpwstr>
  </property>
</Properties>
</file>